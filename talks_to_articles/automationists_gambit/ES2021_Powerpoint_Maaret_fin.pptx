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2"/>
  </p:notesMasterIdLst>
  <p:sldIdLst>
    <p:sldId id="256" r:id="rId2"/>
    <p:sldId id="257" r:id="rId3"/>
    <p:sldId id="261" r:id="rId4"/>
    <p:sldId id="806" r:id="rId5"/>
    <p:sldId id="723" r:id="rId6"/>
    <p:sldId id="703" r:id="rId7"/>
    <p:sldId id="704" r:id="rId8"/>
    <p:sldId id="705" r:id="rId9"/>
    <p:sldId id="706" r:id="rId10"/>
    <p:sldId id="719" r:id="rId11"/>
    <p:sldId id="725" r:id="rId12"/>
    <p:sldId id="715" r:id="rId13"/>
    <p:sldId id="763" r:id="rId14"/>
    <p:sldId id="795" r:id="rId15"/>
    <p:sldId id="726" r:id="rId16"/>
    <p:sldId id="804" r:id="rId17"/>
    <p:sldId id="708" r:id="rId18"/>
    <p:sldId id="714" r:id="rId19"/>
    <p:sldId id="707" r:id="rId20"/>
    <p:sldId id="709" r:id="rId21"/>
    <p:sldId id="718" r:id="rId22"/>
    <p:sldId id="713" r:id="rId23"/>
    <p:sldId id="711" r:id="rId24"/>
    <p:sldId id="803" r:id="rId25"/>
    <p:sldId id="720" r:id="rId26"/>
    <p:sldId id="688" r:id="rId27"/>
    <p:sldId id="682" r:id="rId28"/>
    <p:sldId id="728" r:id="rId29"/>
    <p:sldId id="805" r:id="rId30"/>
    <p:sldId id="259" r:id="rId31"/>
  </p:sldIdLst>
  <p:sldSz cx="12192000" cy="6858000"/>
  <p:notesSz cx="6858000" cy="9144000"/>
  <p:embeddedFontLst>
    <p:embeddedFont>
      <p:font typeface="Calibri" panose="020F0502020204030204" pitchFamily="34" charset="0"/>
      <p:regular r:id="rId33"/>
      <p:bold r:id="rId34"/>
      <p:italic r:id="rId35"/>
      <p:boldItalic r:id="rId36"/>
    </p:embeddedFont>
    <p:embeddedFont>
      <p:font typeface="KG No Matter What" panose="02000507000000020003" pitchFamily="2" charset="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CE7D"/>
    <a:srgbClr val="FD671B"/>
    <a:srgbClr val="111C4E"/>
    <a:srgbClr val="131B4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C094F1-C879-4E48-8A82-E8EC13AB30E5}" v="50" dt="2021-09-06T13:42:54.2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5799" autoAdjust="0"/>
    <p:restoredTop sz="77015" autoAdjust="0"/>
  </p:normalViewPr>
  <p:slideViewPr>
    <p:cSldViewPr snapToGrid="0" snapToObjects="1">
      <p:cViewPr varScale="1">
        <p:scale>
          <a:sx n="63" d="100"/>
          <a:sy n="63" d="100"/>
        </p:scale>
        <p:origin x="2030" y="67"/>
      </p:cViewPr>
      <p:guideLst/>
    </p:cSldViewPr>
  </p:slideViewPr>
  <p:notesTextViewPr>
    <p:cViewPr>
      <p:scale>
        <a:sx n="1" d="1"/>
        <a:sy n="1" d="1"/>
      </p:scale>
      <p:origin x="0" y="0"/>
    </p:cViewPr>
  </p:notesTextViewPr>
  <p:sorterViewPr>
    <p:cViewPr>
      <p:scale>
        <a:sx n="49" d="100"/>
        <a:sy n="49"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2.fntdata"/><Relationship Id="rId42"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yhajarvi Maaret" userId="ecc851b5-bf16-4ad7-80d9-5ddb8e10cea7" providerId="ADAL" clId="{9BC094F1-C879-4E48-8A82-E8EC13AB30E5}"/>
    <pc:docChg chg="undo custSel addSld delSld modSld sldOrd modMainMaster">
      <pc:chgData name="Pyhajarvi Maaret" userId="ecc851b5-bf16-4ad7-80d9-5ddb8e10cea7" providerId="ADAL" clId="{9BC094F1-C879-4E48-8A82-E8EC13AB30E5}" dt="2021-09-03T07:46:28.695" v="2001" actId="14100"/>
      <pc:docMkLst>
        <pc:docMk/>
      </pc:docMkLst>
      <pc:sldChg chg="addSp delSp modSp mod modNotesTx">
        <pc:chgData name="Pyhajarvi Maaret" userId="ecc851b5-bf16-4ad7-80d9-5ddb8e10cea7" providerId="ADAL" clId="{9BC094F1-C879-4E48-8A82-E8EC13AB30E5}" dt="2021-09-02T18:16:59.204" v="881" actId="20577"/>
        <pc:sldMkLst>
          <pc:docMk/>
          <pc:sldMk cId="555477719" sldId="257"/>
        </pc:sldMkLst>
        <pc:spChg chg="del">
          <ac:chgData name="Pyhajarvi Maaret" userId="ecc851b5-bf16-4ad7-80d9-5ddb8e10cea7" providerId="ADAL" clId="{9BC094F1-C879-4E48-8A82-E8EC13AB30E5}" dt="2021-09-02T18:08:53.229" v="2" actId="478"/>
          <ac:spMkLst>
            <pc:docMk/>
            <pc:sldMk cId="555477719" sldId="257"/>
            <ac:spMk id="5" creationId="{BB65311E-088B-464D-8595-78CE06E4E5BA}"/>
          </ac:spMkLst>
        </pc:spChg>
        <pc:spChg chg="add mod">
          <ac:chgData name="Pyhajarvi Maaret" userId="ecc851b5-bf16-4ad7-80d9-5ddb8e10cea7" providerId="ADAL" clId="{9BC094F1-C879-4E48-8A82-E8EC13AB30E5}" dt="2021-09-02T18:09:02.654" v="4" actId="13822"/>
          <ac:spMkLst>
            <pc:docMk/>
            <pc:sldMk cId="555477719" sldId="257"/>
            <ac:spMk id="6" creationId="{A552C870-0D08-4F41-A0CE-CABAC418FF8F}"/>
          </ac:spMkLst>
        </pc:spChg>
        <pc:spChg chg="add mod">
          <ac:chgData name="Pyhajarvi Maaret" userId="ecc851b5-bf16-4ad7-80d9-5ddb8e10cea7" providerId="ADAL" clId="{9BC094F1-C879-4E48-8A82-E8EC13AB30E5}" dt="2021-09-02T18:11:53.440" v="54" actId="403"/>
          <ac:spMkLst>
            <pc:docMk/>
            <pc:sldMk cId="555477719" sldId="257"/>
            <ac:spMk id="9" creationId="{DBBB0FD5-806B-4988-89BA-3CCC90EBFAEA}"/>
          </ac:spMkLst>
        </pc:spChg>
        <pc:picChg chg="add mod">
          <ac:chgData name="Pyhajarvi Maaret" userId="ecc851b5-bf16-4ad7-80d9-5ddb8e10cea7" providerId="ADAL" clId="{9BC094F1-C879-4E48-8A82-E8EC13AB30E5}" dt="2021-09-02T18:11:46.298" v="51" actId="1076"/>
          <ac:picMkLst>
            <pc:docMk/>
            <pc:sldMk cId="555477719" sldId="257"/>
            <ac:picMk id="8" creationId="{23C3E016-684D-41C1-9138-D628160DD265}"/>
          </ac:picMkLst>
        </pc:picChg>
      </pc:sldChg>
      <pc:sldChg chg="ord">
        <pc:chgData name="Pyhajarvi Maaret" userId="ecc851b5-bf16-4ad7-80d9-5ddb8e10cea7" providerId="ADAL" clId="{9BC094F1-C879-4E48-8A82-E8EC13AB30E5}" dt="2021-09-02T19:09:37.546" v="1816"/>
        <pc:sldMkLst>
          <pc:docMk/>
          <pc:sldMk cId="1750982816" sldId="259"/>
        </pc:sldMkLst>
      </pc:sldChg>
      <pc:sldChg chg="del">
        <pc:chgData name="Pyhajarvi Maaret" userId="ecc851b5-bf16-4ad7-80d9-5ddb8e10cea7" providerId="ADAL" clId="{9BC094F1-C879-4E48-8A82-E8EC13AB30E5}" dt="2021-09-02T18:40:54.695" v="1582" actId="47"/>
        <pc:sldMkLst>
          <pc:docMk/>
          <pc:sldMk cId="1236858179" sldId="260"/>
        </pc:sldMkLst>
      </pc:sldChg>
      <pc:sldChg chg="addSp delSp modSp add mod">
        <pc:chgData name="Pyhajarvi Maaret" userId="ecc851b5-bf16-4ad7-80d9-5ddb8e10cea7" providerId="ADAL" clId="{9BC094F1-C879-4E48-8A82-E8EC13AB30E5}" dt="2021-09-02T18:53:46.776" v="1644" actId="14100"/>
        <pc:sldMkLst>
          <pc:docMk/>
          <pc:sldMk cId="2691698017" sldId="261"/>
        </pc:sldMkLst>
        <pc:spChg chg="del">
          <ac:chgData name="Pyhajarvi Maaret" userId="ecc851b5-bf16-4ad7-80d9-5ddb8e10cea7" providerId="ADAL" clId="{9BC094F1-C879-4E48-8A82-E8EC13AB30E5}" dt="2021-09-02T18:18:48.855" v="883" actId="478"/>
          <ac:spMkLst>
            <pc:docMk/>
            <pc:sldMk cId="2691698017" sldId="261"/>
            <ac:spMk id="5" creationId="{BB65311E-088B-464D-8595-78CE06E4E5BA}"/>
          </ac:spMkLst>
        </pc:spChg>
        <pc:spChg chg="add mod">
          <ac:chgData name="Pyhajarvi Maaret" userId="ecc851b5-bf16-4ad7-80d9-5ddb8e10cea7" providerId="ADAL" clId="{9BC094F1-C879-4E48-8A82-E8EC13AB30E5}" dt="2021-09-02T18:53:46.776" v="1644" actId="14100"/>
          <ac:spMkLst>
            <pc:docMk/>
            <pc:sldMk cId="2691698017" sldId="261"/>
            <ac:spMk id="7" creationId="{8D12F53B-7A92-4A53-85F3-CBEDFAD65BA1}"/>
          </ac:spMkLst>
        </pc:spChg>
        <pc:picChg chg="add del mod">
          <ac:chgData name="Pyhajarvi Maaret" userId="ecc851b5-bf16-4ad7-80d9-5ddb8e10cea7" providerId="ADAL" clId="{9BC094F1-C879-4E48-8A82-E8EC13AB30E5}" dt="2021-09-02T18:19:09.678" v="887" actId="478"/>
          <ac:picMkLst>
            <pc:docMk/>
            <pc:sldMk cId="2691698017" sldId="261"/>
            <ac:picMk id="3" creationId="{89FDCE6A-63EC-4554-AA42-29464BBA72ED}"/>
          </ac:picMkLst>
        </pc:picChg>
        <pc:picChg chg="add mod">
          <ac:chgData name="Pyhajarvi Maaret" userId="ecc851b5-bf16-4ad7-80d9-5ddb8e10cea7" providerId="ADAL" clId="{9BC094F1-C879-4E48-8A82-E8EC13AB30E5}" dt="2021-09-02T18:20:22.191" v="894" actId="14100"/>
          <ac:picMkLst>
            <pc:docMk/>
            <pc:sldMk cId="2691698017" sldId="261"/>
            <ac:picMk id="6" creationId="{331B33A2-81F4-44EA-9EBB-FDEF1B176081}"/>
          </ac:picMkLst>
        </pc:picChg>
      </pc:sldChg>
      <pc:sldChg chg="add del">
        <pc:chgData name="Pyhajarvi Maaret" userId="ecc851b5-bf16-4ad7-80d9-5ddb8e10cea7" providerId="ADAL" clId="{9BC094F1-C879-4E48-8A82-E8EC13AB30E5}" dt="2021-09-02T19:13:13.950" v="1839" actId="47"/>
        <pc:sldMkLst>
          <pc:docMk/>
          <pc:sldMk cId="38375824" sldId="262"/>
        </pc:sldMkLst>
      </pc:sldChg>
      <pc:sldChg chg="addSp modSp add mod ord modNotesTx">
        <pc:chgData name="Pyhajarvi Maaret" userId="ecc851b5-bf16-4ad7-80d9-5ddb8e10cea7" providerId="ADAL" clId="{9BC094F1-C879-4E48-8A82-E8EC13AB30E5}" dt="2021-09-02T19:00:49.513" v="1751"/>
        <pc:sldMkLst>
          <pc:docMk/>
          <pc:sldMk cId="2725017394" sldId="263"/>
        </pc:sldMkLst>
        <pc:spChg chg="add mod">
          <ac:chgData name="Pyhajarvi Maaret" userId="ecc851b5-bf16-4ad7-80d9-5ddb8e10cea7" providerId="ADAL" clId="{9BC094F1-C879-4E48-8A82-E8EC13AB30E5}" dt="2021-09-02T18:54:13.317" v="1650" actId="20577"/>
          <ac:spMkLst>
            <pc:docMk/>
            <pc:sldMk cId="2725017394" sldId="263"/>
            <ac:spMk id="2" creationId="{9C6AD117-10D2-428C-B0D6-5CF3B1E45872}"/>
          </ac:spMkLst>
        </pc:spChg>
        <pc:spChg chg="mod">
          <ac:chgData name="Pyhajarvi Maaret" userId="ecc851b5-bf16-4ad7-80d9-5ddb8e10cea7" providerId="ADAL" clId="{9BC094F1-C879-4E48-8A82-E8EC13AB30E5}" dt="2021-09-02T18:36:35.197" v="1312" actId="1076"/>
          <ac:spMkLst>
            <pc:docMk/>
            <pc:sldMk cId="2725017394" sldId="263"/>
            <ac:spMk id="5" creationId="{BB65311E-088B-464D-8595-78CE06E4E5BA}"/>
          </ac:spMkLst>
        </pc:spChg>
      </pc:sldChg>
      <pc:sldChg chg="modSp add mod ord">
        <pc:chgData name="Pyhajarvi Maaret" userId="ecc851b5-bf16-4ad7-80d9-5ddb8e10cea7" providerId="ADAL" clId="{9BC094F1-C879-4E48-8A82-E8EC13AB30E5}" dt="2021-09-03T07:46:28.695" v="2001" actId="14100"/>
        <pc:sldMkLst>
          <pc:docMk/>
          <pc:sldMk cId="1344989022" sldId="682"/>
        </pc:sldMkLst>
        <pc:picChg chg="mod">
          <ac:chgData name="Pyhajarvi Maaret" userId="ecc851b5-bf16-4ad7-80d9-5ddb8e10cea7" providerId="ADAL" clId="{9BC094F1-C879-4E48-8A82-E8EC13AB30E5}" dt="2021-09-03T07:46:28.695" v="2001" actId="14100"/>
          <ac:picMkLst>
            <pc:docMk/>
            <pc:sldMk cId="1344989022" sldId="682"/>
            <ac:picMk id="4" creationId="{00000000-0000-0000-0000-000000000000}"/>
          </ac:picMkLst>
        </pc:picChg>
      </pc:sldChg>
      <pc:sldChg chg="modSp add del mod">
        <pc:chgData name="Pyhajarvi Maaret" userId="ecc851b5-bf16-4ad7-80d9-5ddb8e10cea7" providerId="ADAL" clId="{9BC094F1-C879-4E48-8A82-E8EC13AB30E5}" dt="2021-09-02T19:13:13.950" v="1839" actId="47"/>
        <pc:sldMkLst>
          <pc:docMk/>
          <pc:sldMk cId="394254199" sldId="683"/>
        </pc:sldMkLst>
        <pc:spChg chg="mod">
          <ac:chgData name="Pyhajarvi Maaret" userId="ecc851b5-bf16-4ad7-80d9-5ddb8e10cea7" providerId="ADAL" clId="{9BC094F1-C879-4E48-8A82-E8EC13AB30E5}" dt="2021-09-02T18:57:28.736" v="1676" actId="20577"/>
          <ac:spMkLst>
            <pc:docMk/>
            <pc:sldMk cId="394254199" sldId="683"/>
            <ac:spMk id="2" creationId="{00000000-0000-0000-0000-000000000000}"/>
          </ac:spMkLst>
        </pc:spChg>
        <pc:picChg chg="mod">
          <ac:chgData name="Pyhajarvi Maaret" userId="ecc851b5-bf16-4ad7-80d9-5ddb8e10cea7" providerId="ADAL" clId="{9BC094F1-C879-4E48-8A82-E8EC13AB30E5}" dt="2021-09-02T18:57:19.677" v="1674" actId="1076"/>
          <ac:picMkLst>
            <pc:docMk/>
            <pc:sldMk cId="394254199" sldId="683"/>
            <ac:picMk id="4" creationId="{00000000-0000-0000-0000-000000000000}"/>
          </ac:picMkLst>
        </pc:picChg>
      </pc:sldChg>
      <pc:sldChg chg="add del">
        <pc:chgData name="Pyhajarvi Maaret" userId="ecc851b5-bf16-4ad7-80d9-5ddb8e10cea7" providerId="ADAL" clId="{9BC094F1-C879-4E48-8A82-E8EC13AB30E5}" dt="2021-09-02T19:13:13.950" v="1839" actId="47"/>
        <pc:sldMkLst>
          <pc:docMk/>
          <pc:sldMk cId="3044651965" sldId="684"/>
        </pc:sldMkLst>
      </pc:sldChg>
      <pc:sldChg chg="addSp modSp add mod ord">
        <pc:chgData name="Pyhajarvi Maaret" userId="ecc851b5-bf16-4ad7-80d9-5ddb8e10cea7" providerId="ADAL" clId="{9BC094F1-C879-4E48-8A82-E8EC13AB30E5}" dt="2021-09-02T19:15:26.508" v="1857" actId="207"/>
        <pc:sldMkLst>
          <pc:docMk/>
          <pc:sldMk cId="2012288125" sldId="688"/>
        </pc:sldMkLst>
        <pc:spChg chg="mod">
          <ac:chgData name="Pyhajarvi Maaret" userId="ecc851b5-bf16-4ad7-80d9-5ddb8e10cea7" providerId="ADAL" clId="{9BC094F1-C879-4E48-8A82-E8EC13AB30E5}" dt="2021-09-02T18:58:12.075" v="1677" actId="2711"/>
          <ac:spMkLst>
            <pc:docMk/>
            <pc:sldMk cId="2012288125" sldId="688"/>
            <ac:spMk id="2" creationId="{00000000-0000-0000-0000-000000000000}"/>
          </ac:spMkLst>
        </pc:spChg>
        <pc:spChg chg="mod">
          <ac:chgData name="Pyhajarvi Maaret" userId="ecc851b5-bf16-4ad7-80d9-5ddb8e10cea7" providerId="ADAL" clId="{9BC094F1-C879-4E48-8A82-E8EC13AB30E5}" dt="2021-09-02T19:12:07.108" v="1834" actId="207"/>
          <ac:spMkLst>
            <pc:docMk/>
            <pc:sldMk cId="2012288125" sldId="688"/>
            <ac:spMk id="4" creationId="{00000000-0000-0000-0000-000000000000}"/>
          </ac:spMkLst>
        </pc:spChg>
        <pc:spChg chg="mod">
          <ac:chgData name="Pyhajarvi Maaret" userId="ecc851b5-bf16-4ad7-80d9-5ddb8e10cea7" providerId="ADAL" clId="{9BC094F1-C879-4E48-8A82-E8EC13AB30E5}" dt="2021-09-02T18:58:12.075" v="1677" actId="2711"/>
          <ac:spMkLst>
            <pc:docMk/>
            <pc:sldMk cId="2012288125" sldId="688"/>
            <ac:spMk id="6" creationId="{00000000-0000-0000-0000-000000000000}"/>
          </ac:spMkLst>
        </pc:spChg>
        <pc:spChg chg="mod">
          <ac:chgData name="Pyhajarvi Maaret" userId="ecc851b5-bf16-4ad7-80d9-5ddb8e10cea7" providerId="ADAL" clId="{9BC094F1-C879-4E48-8A82-E8EC13AB30E5}" dt="2021-09-02T18:58:12.075" v="1677" actId="2711"/>
          <ac:spMkLst>
            <pc:docMk/>
            <pc:sldMk cId="2012288125" sldId="688"/>
            <ac:spMk id="9" creationId="{00000000-0000-0000-0000-000000000000}"/>
          </ac:spMkLst>
        </pc:spChg>
        <pc:spChg chg="mod">
          <ac:chgData name="Pyhajarvi Maaret" userId="ecc851b5-bf16-4ad7-80d9-5ddb8e10cea7" providerId="ADAL" clId="{9BC094F1-C879-4E48-8A82-E8EC13AB30E5}" dt="2021-09-02T18:58:12.075" v="1677" actId="2711"/>
          <ac:spMkLst>
            <pc:docMk/>
            <pc:sldMk cId="2012288125" sldId="688"/>
            <ac:spMk id="11" creationId="{00000000-0000-0000-0000-000000000000}"/>
          </ac:spMkLst>
        </pc:spChg>
        <pc:spChg chg="add mod">
          <ac:chgData name="Pyhajarvi Maaret" userId="ecc851b5-bf16-4ad7-80d9-5ddb8e10cea7" providerId="ADAL" clId="{9BC094F1-C879-4E48-8A82-E8EC13AB30E5}" dt="2021-09-02T19:15:26.508" v="1857" actId="207"/>
          <ac:spMkLst>
            <pc:docMk/>
            <pc:sldMk cId="2012288125" sldId="688"/>
            <ac:spMk id="12" creationId="{4EDF0740-C5D4-4A3C-AAF2-E8D6823DBE9E}"/>
          </ac:spMkLst>
        </pc:spChg>
        <pc:cxnChg chg="mod">
          <ac:chgData name="Pyhajarvi Maaret" userId="ecc851b5-bf16-4ad7-80d9-5ddb8e10cea7" providerId="ADAL" clId="{9BC094F1-C879-4E48-8A82-E8EC13AB30E5}" dt="2021-09-02T19:12:29.525" v="1836" actId="1582"/>
          <ac:cxnSpMkLst>
            <pc:docMk/>
            <pc:sldMk cId="2012288125" sldId="688"/>
            <ac:cxnSpMk id="5" creationId="{00000000-0000-0000-0000-000000000000}"/>
          </ac:cxnSpMkLst>
        </pc:cxnChg>
        <pc:cxnChg chg="mod">
          <ac:chgData name="Pyhajarvi Maaret" userId="ecc851b5-bf16-4ad7-80d9-5ddb8e10cea7" providerId="ADAL" clId="{9BC094F1-C879-4E48-8A82-E8EC13AB30E5}" dt="2021-09-02T19:12:29.525" v="1836" actId="1582"/>
          <ac:cxnSpMkLst>
            <pc:docMk/>
            <pc:sldMk cId="2012288125" sldId="688"/>
            <ac:cxnSpMk id="7" creationId="{00000000-0000-0000-0000-000000000000}"/>
          </ac:cxnSpMkLst>
        </pc:cxnChg>
        <pc:cxnChg chg="mod">
          <ac:chgData name="Pyhajarvi Maaret" userId="ecc851b5-bf16-4ad7-80d9-5ddb8e10cea7" providerId="ADAL" clId="{9BC094F1-C879-4E48-8A82-E8EC13AB30E5}" dt="2021-09-02T19:12:29.525" v="1836" actId="1582"/>
          <ac:cxnSpMkLst>
            <pc:docMk/>
            <pc:sldMk cId="2012288125" sldId="688"/>
            <ac:cxnSpMk id="10" creationId="{00000000-0000-0000-0000-000000000000}"/>
          </ac:cxnSpMkLst>
        </pc:cxnChg>
      </pc:sldChg>
      <pc:sldChg chg="modSp add mod ord">
        <pc:chgData name="Pyhajarvi Maaret" userId="ecc851b5-bf16-4ad7-80d9-5ddb8e10cea7" providerId="ADAL" clId="{9BC094F1-C879-4E48-8A82-E8EC13AB30E5}" dt="2021-09-02T19:03:14.687" v="1761"/>
        <pc:sldMkLst>
          <pc:docMk/>
          <pc:sldMk cId="4148246880" sldId="703"/>
        </pc:sldMkLst>
        <pc:spChg chg="mod">
          <ac:chgData name="Pyhajarvi Maaret" userId="ecc851b5-bf16-4ad7-80d9-5ddb8e10cea7" providerId="ADAL" clId="{9BC094F1-C879-4E48-8A82-E8EC13AB30E5}" dt="2021-09-02T19:02:17.693" v="1756" actId="14100"/>
          <ac:spMkLst>
            <pc:docMk/>
            <pc:sldMk cId="4148246880" sldId="703"/>
            <ac:spMk id="5" creationId="{3BACF1F7-9E08-466F-A491-77C16E90727F}"/>
          </ac:spMkLst>
        </pc:spChg>
        <pc:spChg chg="mod">
          <ac:chgData name="Pyhajarvi Maaret" userId="ecc851b5-bf16-4ad7-80d9-5ddb8e10cea7" providerId="ADAL" clId="{9BC094F1-C879-4E48-8A82-E8EC13AB30E5}" dt="2021-09-02T19:02:23.492" v="1757" actId="14100"/>
          <ac:spMkLst>
            <pc:docMk/>
            <pc:sldMk cId="4148246880" sldId="703"/>
            <ac:spMk id="6" creationId="{11FF676D-A117-4659-8373-49DD3492AE76}"/>
          </ac:spMkLst>
        </pc:spChg>
        <pc:spChg chg="mod">
          <ac:chgData name="Pyhajarvi Maaret" userId="ecc851b5-bf16-4ad7-80d9-5ddb8e10cea7" providerId="ADAL" clId="{9BC094F1-C879-4E48-8A82-E8EC13AB30E5}" dt="2021-09-02T18:54:26.368" v="1651" actId="2711"/>
          <ac:spMkLst>
            <pc:docMk/>
            <pc:sldMk cId="4148246880" sldId="703"/>
            <ac:spMk id="8" creationId="{7F6A3DC2-883A-4D5E-9861-485F4351B2AC}"/>
          </ac:spMkLst>
        </pc:spChg>
        <pc:spChg chg="mod">
          <ac:chgData name="Pyhajarvi Maaret" userId="ecc851b5-bf16-4ad7-80d9-5ddb8e10cea7" providerId="ADAL" clId="{9BC094F1-C879-4E48-8A82-E8EC13AB30E5}" dt="2021-09-02T18:54:26.368" v="1651" actId="2711"/>
          <ac:spMkLst>
            <pc:docMk/>
            <pc:sldMk cId="4148246880" sldId="703"/>
            <ac:spMk id="10" creationId="{1DDD031A-0E63-433F-9B84-31EA392B9B29}"/>
          </ac:spMkLst>
        </pc:spChg>
      </pc:sldChg>
      <pc:sldChg chg="modSp add mod ord">
        <pc:chgData name="Pyhajarvi Maaret" userId="ecc851b5-bf16-4ad7-80d9-5ddb8e10cea7" providerId="ADAL" clId="{9BC094F1-C879-4E48-8A82-E8EC13AB30E5}" dt="2021-09-02T19:03:14.687" v="1761"/>
        <pc:sldMkLst>
          <pc:docMk/>
          <pc:sldMk cId="4233089444" sldId="704"/>
        </pc:sldMkLst>
        <pc:spChg chg="mod">
          <ac:chgData name="Pyhajarvi Maaret" userId="ecc851b5-bf16-4ad7-80d9-5ddb8e10cea7" providerId="ADAL" clId="{9BC094F1-C879-4E48-8A82-E8EC13AB30E5}" dt="2021-09-02T19:02:33.326" v="1758" actId="14100"/>
          <ac:spMkLst>
            <pc:docMk/>
            <pc:sldMk cId="4233089444" sldId="704"/>
            <ac:spMk id="5" creationId="{3BACF1F7-9E08-466F-A491-77C16E90727F}"/>
          </ac:spMkLst>
        </pc:spChg>
        <pc:spChg chg="mod">
          <ac:chgData name="Pyhajarvi Maaret" userId="ecc851b5-bf16-4ad7-80d9-5ddb8e10cea7" providerId="ADAL" clId="{9BC094F1-C879-4E48-8A82-E8EC13AB30E5}" dt="2021-09-02T19:02:40.205" v="1759" actId="14100"/>
          <ac:spMkLst>
            <pc:docMk/>
            <pc:sldMk cId="4233089444" sldId="704"/>
            <ac:spMk id="6" creationId="{11FF676D-A117-4659-8373-49DD3492AE76}"/>
          </ac:spMkLst>
        </pc:spChg>
        <pc:spChg chg="mod">
          <ac:chgData name="Pyhajarvi Maaret" userId="ecc851b5-bf16-4ad7-80d9-5ddb8e10cea7" providerId="ADAL" clId="{9BC094F1-C879-4E48-8A82-E8EC13AB30E5}" dt="2021-09-02T18:54:34.570" v="1652" actId="2711"/>
          <ac:spMkLst>
            <pc:docMk/>
            <pc:sldMk cId="4233089444" sldId="704"/>
            <ac:spMk id="11" creationId="{FCA5EC89-3531-4D11-9417-830C0AD49110}"/>
          </ac:spMkLst>
        </pc:spChg>
        <pc:spChg chg="mod">
          <ac:chgData name="Pyhajarvi Maaret" userId="ecc851b5-bf16-4ad7-80d9-5ddb8e10cea7" providerId="ADAL" clId="{9BC094F1-C879-4E48-8A82-E8EC13AB30E5}" dt="2021-09-02T18:54:34.570" v="1652" actId="2711"/>
          <ac:spMkLst>
            <pc:docMk/>
            <pc:sldMk cId="4233089444" sldId="704"/>
            <ac:spMk id="12" creationId="{526FA673-9DDB-4722-B9DB-E9FEEF8A78C4}"/>
          </ac:spMkLst>
        </pc:spChg>
      </pc:sldChg>
      <pc:sldChg chg="modSp add mod ord">
        <pc:chgData name="Pyhajarvi Maaret" userId="ecc851b5-bf16-4ad7-80d9-5ddb8e10cea7" providerId="ADAL" clId="{9BC094F1-C879-4E48-8A82-E8EC13AB30E5}" dt="2021-09-02T19:03:14.687" v="1761"/>
        <pc:sldMkLst>
          <pc:docMk/>
          <pc:sldMk cId="2669824841" sldId="705"/>
        </pc:sldMkLst>
        <pc:spChg chg="mod">
          <ac:chgData name="Pyhajarvi Maaret" userId="ecc851b5-bf16-4ad7-80d9-5ddb8e10cea7" providerId="ADAL" clId="{9BC094F1-C879-4E48-8A82-E8EC13AB30E5}" dt="2021-09-02T18:54:50.485" v="1655" actId="2711"/>
          <ac:spMkLst>
            <pc:docMk/>
            <pc:sldMk cId="2669824841" sldId="705"/>
            <ac:spMk id="5" creationId="{3BACF1F7-9E08-466F-A491-77C16E90727F}"/>
          </ac:spMkLst>
        </pc:spChg>
        <pc:spChg chg="mod">
          <ac:chgData name="Pyhajarvi Maaret" userId="ecc851b5-bf16-4ad7-80d9-5ddb8e10cea7" providerId="ADAL" clId="{9BC094F1-C879-4E48-8A82-E8EC13AB30E5}" dt="2021-09-02T18:54:50.485" v="1655" actId="2711"/>
          <ac:spMkLst>
            <pc:docMk/>
            <pc:sldMk cId="2669824841" sldId="705"/>
            <ac:spMk id="6" creationId="{11FF676D-A117-4659-8373-49DD3492AE76}"/>
          </ac:spMkLst>
        </pc:spChg>
        <pc:spChg chg="mod">
          <ac:chgData name="Pyhajarvi Maaret" userId="ecc851b5-bf16-4ad7-80d9-5ddb8e10cea7" providerId="ADAL" clId="{9BC094F1-C879-4E48-8A82-E8EC13AB30E5}" dt="2021-09-02T18:54:50.485" v="1655" actId="2711"/>
          <ac:spMkLst>
            <pc:docMk/>
            <pc:sldMk cId="2669824841" sldId="705"/>
            <ac:spMk id="11" creationId="{FCA5EC89-3531-4D11-9417-830C0AD49110}"/>
          </ac:spMkLst>
        </pc:spChg>
        <pc:spChg chg="mod">
          <ac:chgData name="Pyhajarvi Maaret" userId="ecc851b5-bf16-4ad7-80d9-5ddb8e10cea7" providerId="ADAL" clId="{9BC094F1-C879-4E48-8A82-E8EC13AB30E5}" dt="2021-09-02T18:54:50.485" v="1655" actId="2711"/>
          <ac:spMkLst>
            <pc:docMk/>
            <pc:sldMk cId="2669824841" sldId="705"/>
            <ac:spMk id="12" creationId="{526FA673-9DDB-4722-B9DB-E9FEEF8A78C4}"/>
          </ac:spMkLst>
        </pc:spChg>
      </pc:sldChg>
      <pc:sldChg chg="modSp add mod ord">
        <pc:chgData name="Pyhajarvi Maaret" userId="ecc851b5-bf16-4ad7-80d9-5ddb8e10cea7" providerId="ADAL" clId="{9BC094F1-C879-4E48-8A82-E8EC13AB30E5}" dt="2021-09-02T19:03:14.687" v="1761"/>
        <pc:sldMkLst>
          <pc:docMk/>
          <pc:sldMk cId="1084009678" sldId="706"/>
        </pc:sldMkLst>
        <pc:spChg chg="mod">
          <ac:chgData name="Pyhajarvi Maaret" userId="ecc851b5-bf16-4ad7-80d9-5ddb8e10cea7" providerId="ADAL" clId="{9BC094F1-C879-4E48-8A82-E8EC13AB30E5}" dt="2021-09-02T18:54:58.049" v="1656" actId="2711"/>
          <ac:spMkLst>
            <pc:docMk/>
            <pc:sldMk cId="1084009678" sldId="706"/>
            <ac:spMk id="5" creationId="{3BACF1F7-9E08-466F-A491-77C16E90727F}"/>
          </ac:spMkLst>
        </pc:spChg>
        <pc:spChg chg="mod">
          <ac:chgData name="Pyhajarvi Maaret" userId="ecc851b5-bf16-4ad7-80d9-5ddb8e10cea7" providerId="ADAL" clId="{9BC094F1-C879-4E48-8A82-E8EC13AB30E5}" dt="2021-09-02T18:54:58.049" v="1656" actId="2711"/>
          <ac:spMkLst>
            <pc:docMk/>
            <pc:sldMk cId="1084009678" sldId="706"/>
            <ac:spMk id="6" creationId="{11FF676D-A117-4659-8373-49DD3492AE76}"/>
          </ac:spMkLst>
        </pc:spChg>
        <pc:spChg chg="mod">
          <ac:chgData name="Pyhajarvi Maaret" userId="ecc851b5-bf16-4ad7-80d9-5ddb8e10cea7" providerId="ADAL" clId="{9BC094F1-C879-4E48-8A82-E8EC13AB30E5}" dt="2021-09-02T18:54:58.049" v="1656" actId="2711"/>
          <ac:spMkLst>
            <pc:docMk/>
            <pc:sldMk cId="1084009678" sldId="706"/>
            <ac:spMk id="9" creationId="{653C2756-DE67-48D1-926A-18D5BCE9391B}"/>
          </ac:spMkLst>
        </pc:spChg>
        <pc:spChg chg="mod">
          <ac:chgData name="Pyhajarvi Maaret" userId="ecc851b5-bf16-4ad7-80d9-5ddb8e10cea7" providerId="ADAL" clId="{9BC094F1-C879-4E48-8A82-E8EC13AB30E5}" dt="2021-09-02T18:54:58.049" v="1656" actId="2711"/>
          <ac:spMkLst>
            <pc:docMk/>
            <pc:sldMk cId="1084009678" sldId="706"/>
            <ac:spMk id="14" creationId="{615A069E-1D33-4C0B-9750-6C73C8EED725}"/>
          </ac:spMkLst>
        </pc:spChg>
      </pc:sldChg>
      <pc:sldChg chg="addSp modSp add mod ord">
        <pc:chgData name="Pyhajarvi Maaret" userId="ecc851b5-bf16-4ad7-80d9-5ddb8e10cea7" providerId="ADAL" clId="{9BC094F1-C879-4E48-8A82-E8EC13AB30E5}" dt="2021-09-02T19:07:27.980" v="1812"/>
        <pc:sldMkLst>
          <pc:docMk/>
          <pc:sldMk cId="223167681" sldId="707"/>
        </pc:sldMkLst>
        <pc:spChg chg="add mod ord">
          <ac:chgData name="Pyhajarvi Maaret" userId="ecc851b5-bf16-4ad7-80d9-5ddb8e10cea7" providerId="ADAL" clId="{9BC094F1-C879-4E48-8A82-E8EC13AB30E5}" dt="2021-09-02T18:44:55.929" v="1602" actId="167"/>
          <ac:spMkLst>
            <pc:docMk/>
            <pc:sldMk cId="223167681" sldId="707"/>
            <ac:spMk id="4" creationId="{4483C3C8-EE77-4258-B7AC-A67A72C8FC14}"/>
          </ac:spMkLst>
        </pc:spChg>
        <pc:picChg chg="mod">
          <ac:chgData name="Pyhajarvi Maaret" userId="ecc851b5-bf16-4ad7-80d9-5ddb8e10cea7" providerId="ADAL" clId="{9BC094F1-C879-4E48-8A82-E8EC13AB30E5}" dt="2021-09-02T18:44:47.273" v="1600" actId="1076"/>
          <ac:picMkLst>
            <pc:docMk/>
            <pc:sldMk cId="223167681" sldId="707"/>
            <ac:picMk id="3" creationId="{742CAC44-1EB7-4069-B51F-867A01E51436}"/>
          </ac:picMkLst>
        </pc:picChg>
      </pc:sldChg>
      <pc:sldChg chg="add del">
        <pc:chgData name="Pyhajarvi Maaret" userId="ecc851b5-bf16-4ad7-80d9-5ddb8e10cea7" providerId="ADAL" clId="{9BC094F1-C879-4E48-8A82-E8EC13AB30E5}" dt="2021-09-02T18:38:16.445" v="1455" actId="47"/>
        <pc:sldMkLst>
          <pc:docMk/>
          <pc:sldMk cId="2751696564" sldId="707"/>
        </pc:sldMkLst>
      </pc:sldChg>
      <pc:sldChg chg="addSp modSp add mod ord">
        <pc:chgData name="Pyhajarvi Maaret" userId="ecc851b5-bf16-4ad7-80d9-5ddb8e10cea7" providerId="ADAL" clId="{9BC094F1-C879-4E48-8A82-E8EC13AB30E5}" dt="2021-09-02T19:07:27.980" v="1812"/>
        <pc:sldMkLst>
          <pc:docMk/>
          <pc:sldMk cId="3226833223" sldId="708"/>
        </pc:sldMkLst>
        <pc:spChg chg="add mod ord">
          <ac:chgData name="Pyhajarvi Maaret" userId="ecc851b5-bf16-4ad7-80d9-5ddb8e10cea7" providerId="ADAL" clId="{9BC094F1-C879-4E48-8A82-E8EC13AB30E5}" dt="2021-09-02T18:44:17.876" v="1597" actId="167"/>
          <ac:spMkLst>
            <pc:docMk/>
            <pc:sldMk cId="3226833223" sldId="708"/>
            <ac:spMk id="2" creationId="{A9D8869B-1B85-46EA-B496-01C9E0573F0B}"/>
          </ac:spMkLst>
        </pc:spChg>
        <pc:picChg chg="mod">
          <ac:chgData name="Pyhajarvi Maaret" userId="ecc851b5-bf16-4ad7-80d9-5ddb8e10cea7" providerId="ADAL" clId="{9BC094F1-C879-4E48-8A82-E8EC13AB30E5}" dt="2021-09-02T18:44:01.500" v="1594" actId="1076"/>
          <ac:picMkLst>
            <pc:docMk/>
            <pc:sldMk cId="3226833223" sldId="708"/>
            <ac:picMk id="5" creationId="{99613C1E-E233-467D-AC1B-CF94B5823980}"/>
          </ac:picMkLst>
        </pc:picChg>
      </pc:sldChg>
      <pc:sldChg chg="modSp add mod ord">
        <pc:chgData name="Pyhajarvi Maaret" userId="ecc851b5-bf16-4ad7-80d9-5ddb8e10cea7" providerId="ADAL" clId="{9BC094F1-C879-4E48-8A82-E8EC13AB30E5}" dt="2021-09-02T19:07:27.980" v="1812"/>
        <pc:sldMkLst>
          <pc:docMk/>
          <pc:sldMk cId="3725841451" sldId="709"/>
        </pc:sldMkLst>
        <pc:picChg chg="mod">
          <ac:chgData name="Pyhajarvi Maaret" userId="ecc851b5-bf16-4ad7-80d9-5ddb8e10cea7" providerId="ADAL" clId="{9BC094F1-C879-4E48-8A82-E8EC13AB30E5}" dt="2021-09-02T18:45:30.938" v="1604" actId="14100"/>
          <ac:picMkLst>
            <pc:docMk/>
            <pc:sldMk cId="3725841451" sldId="709"/>
            <ac:picMk id="2" creationId="{7472074B-1BA2-4297-9B4B-76EA872AA4BF}"/>
          </ac:picMkLst>
        </pc:picChg>
      </pc:sldChg>
      <pc:sldChg chg="modSp add mod ord">
        <pc:chgData name="Pyhajarvi Maaret" userId="ecc851b5-bf16-4ad7-80d9-5ddb8e10cea7" providerId="ADAL" clId="{9BC094F1-C879-4E48-8A82-E8EC13AB30E5}" dt="2021-09-02T19:09:46.497" v="1818"/>
        <pc:sldMkLst>
          <pc:docMk/>
          <pc:sldMk cId="18230918" sldId="711"/>
        </pc:sldMkLst>
        <pc:spChg chg="mod">
          <ac:chgData name="Pyhajarvi Maaret" userId="ecc851b5-bf16-4ad7-80d9-5ddb8e10cea7" providerId="ADAL" clId="{9BC094F1-C879-4E48-8A82-E8EC13AB30E5}" dt="2021-09-02T18:49:20.661" v="1636" actId="14100"/>
          <ac:spMkLst>
            <pc:docMk/>
            <pc:sldMk cId="18230918" sldId="711"/>
            <ac:spMk id="3" creationId="{90E16FC6-8266-42F1-8A7F-BEA4C6DE44C7}"/>
          </ac:spMkLst>
        </pc:spChg>
      </pc:sldChg>
      <pc:sldChg chg="modSp add mod ord">
        <pc:chgData name="Pyhajarvi Maaret" userId="ecc851b5-bf16-4ad7-80d9-5ddb8e10cea7" providerId="ADAL" clId="{9BC094F1-C879-4E48-8A82-E8EC13AB30E5}" dt="2021-09-02T19:07:27.980" v="1812"/>
        <pc:sldMkLst>
          <pc:docMk/>
          <pc:sldMk cId="3590298724" sldId="713"/>
        </pc:sldMkLst>
        <pc:spChg chg="mod">
          <ac:chgData name="Pyhajarvi Maaret" userId="ecc851b5-bf16-4ad7-80d9-5ddb8e10cea7" providerId="ADAL" clId="{9BC094F1-C879-4E48-8A82-E8EC13AB30E5}" dt="2021-09-02T18:56:37.440" v="1666" actId="2711"/>
          <ac:spMkLst>
            <pc:docMk/>
            <pc:sldMk cId="3590298724" sldId="713"/>
            <ac:spMk id="4" creationId="{FEE12134-E163-4B94-84C1-17BB07A5E874}"/>
          </ac:spMkLst>
        </pc:spChg>
        <pc:spChg chg="mod">
          <ac:chgData name="Pyhajarvi Maaret" userId="ecc851b5-bf16-4ad7-80d9-5ddb8e10cea7" providerId="ADAL" clId="{9BC094F1-C879-4E48-8A82-E8EC13AB30E5}" dt="2021-09-02T18:56:43.213" v="1667" actId="2711"/>
          <ac:spMkLst>
            <pc:docMk/>
            <pc:sldMk cId="3590298724" sldId="713"/>
            <ac:spMk id="5" creationId="{61FC6D58-F4FA-484C-BEEE-8755EBE912FA}"/>
          </ac:spMkLst>
        </pc:spChg>
      </pc:sldChg>
      <pc:sldChg chg="modSp add mod ord">
        <pc:chgData name="Pyhajarvi Maaret" userId="ecc851b5-bf16-4ad7-80d9-5ddb8e10cea7" providerId="ADAL" clId="{9BC094F1-C879-4E48-8A82-E8EC13AB30E5}" dt="2021-09-02T19:07:27.980" v="1812"/>
        <pc:sldMkLst>
          <pc:docMk/>
          <pc:sldMk cId="3206902614" sldId="714"/>
        </pc:sldMkLst>
        <pc:picChg chg="mod">
          <ac:chgData name="Pyhajarvi Maaret" userId="ecc851b5-bf16-4ad7-80d9-5ddb8e10cea7" providerId="ADAL" clId="{9BC094F1-C879-4E48-8A82-E8EC13AB30E5}" dt="2021-09-02T18:45:40.954" v="1606" actId="14100"/>
          <ac:picMkLst>
            <pc:docMk/>
            <pc:sldMk cId="3206902614" sldId="714"/>
            <ac:picMk id="3" creationId="{C7E386B9-7D52-4BE1-8BE8-F226B25223C7}"/>
          </ac:picMkLst>
        </pc:picChg>
      </pc:sldChg>
      <pc:sldChg chg="addSp delSp modSp add mod ord modAnim">
        <pc:chgData name="Pyhajarvi Maaret" userId="ecc851b5-bf16-4ad7-80d9-5ddb8e10cea7" providerId="ADAL" clId="{9BC094F1-C879-4E48-8A82-E8EC13AB30E5}" dt="2021-09-02T19:05:53.491" v="1805"/>
        <pc:sldMkLst>
          <pc:docMk/>
          <pc:sldMk cId="3899505959" sldId="715"/>
        </pc:sldMkLst>
        <pc:spChg chg="mod">
          <ac:chgData name="Pyhajarvi Maaret" userId="ecc851b5-bf16-4ad7-80d9-5ddb8e10cea7" providerId="ADAL" clId="{9BC094F1-C879-4E48-8A82-E8EC13AB30E5}" dt="2021-09-02T18:55:59.821" v="1663" actId="2711"/>
          <ac:spMkLst>
            <pc:docMk/>
            <pc:sldMk cId="3899505959" sldId="715"/>
            <ac:spMk id="2" creationId="{BB026990-116B-4482-B1DD-B515DCEEE952}"/>
          </ac:spMkLst>
        </pc:spChg>
        <pc:spChg chg="mod">
          <ac:chgData name="Pyhajarvi Maaret" userId="ecc851b5-bf16-4ad7-80d9-5ddb8e10cea7" providerId="ADAL" clId="{9BC094F1-C879-4E48-8A82-E8EC13AB30E5}" dt="2021-09-02T18:55:59.821" v="1663" actId="2711"/>
          <ac:spMkLst>
            <pc:docMk/>
            <pc:sldMk cId="3899505959" sldId="715"/>
            <ac:spMk id="5" creationId="{1DFC34D4-D5FC-4532-9B5C-D310F53236E4}"/>
          </ac:spMkLst>
        </pc:spChg>
        <pc:spChg chg="mod">
          <ac:chgData name="Pyhajarvi Maaret" userId="ecc851b5-bf16-4ad7-80d9-5ddb8e10cea7" providerId="ADAL" clId="{9BC094F1-C879-4E48-8A82-E8EC13AB30E5}" dt="2021-09-02T18:55:59.821" v="1663" actId="2711"/>
          <ac:spMkLst>
            <pc:docMk/>
            <pc:sldMk cId="3899505959" sldId="715"/>
            <ac:spMk id="6" creationId="{21C26D7F-9C6D-4CDE-A198-4F105EBFEB90}"/>
          </ac:spMkLst>
        </pc:spChg>
        <pc:spChg chg="mod">
          <ac:chgData name="Pyhajarvi Maaret" userId="ecc851b5-bf16-4ad7-80d9-5ddb8e10cea7" providerId="ADAL" clId="{9BC094F1-C879-4E48-8A82-E8EC13AB30E5}" dt="2021-09-02T18:55:59.821" v="1663" actId="2711"/>
          <ac:spMkLst>
            <pc:docMk/>
            <pc:sldMk cId="3899505959" sldId="715"/>
            <ac:spMk id="7" creationId="{96981C11-15DA-4A7B-820A-02008392545E}"/>
          </ac:spMkLst>
        </pc:spChg>
        <pc:spChg chg="mod">
          <ac:chgData name="Pyhajarvi Maaret" userId="ecc851b5-bf16-4ad7-80d9-5ddb8e10cea7" providerId="ADAL" clId="{9BC094F1-C879-4E48-8A82-E8EC13AB30E5}" dt="2021-09-02T18:55:59.821" v="1663" actId="2711"/>
          <ac:spMkLst>
            <pc:docMk/>
            <pc:sldMk cId="3899505959" sldId="715"/>
            <ac:spMk id="12" creationId="{CC9C8E0B-EE97-417B-B5CB-92D01EC5F2B0}"/>
          </ac:spMkLst>
        </pc:spChg>
        <pc:spChg chg="mod">
          <ac:chgData name="Pyhajarvi Maaret" userId="ecc851b5-bf16-4ad7-80d9-5ddb8e10cea7" providerId="ADAL" clId="{9BC094F1-C879-4E48-8A82-E8EC13AB30E5}" dt="2021-09-02T18:55:59.821" v="1663" actId="2711"/>
          <ac:spMkLst>
            <pc:docMk/>
            <pc:sldMk cId="3899505959" sldId="715"/>
            <ac:spMk id="13" creationId="{AD8405AD-CBA4-4E94-A7CF-958F67EAC576}"/>
          </ac:spMkLst>
        </pc:spChg>
        <pc:spChg chg="mod topLvl">
          <ac:chgData name="Pyhajarvi Maaret" userId="ecc851b5-bf16-4ad7-80d9-5ddb8e10cea7" providerId="ADAL" clId="{9BC094F1-C879-4E48-8A82-E8EC13AB30E5}" dt="2021-09-02T18:55:59.821" v="1663" actId="2711"/>
          <ac:spMkLst>
            <pc:docMk/>
            <pc:sldMk cId="3899505959" sldId="715"/>
            <ac:spMk id="15" creationId="{F2887E1D-C6FF-403D-8D3E-3393B5CE7376}"/>
          </ac:spMkLst>
        </pc:spChg>
        <pc:spChg chg="mod topLvl">
          <ac:chgData name="Pyhajarvi Maaret" userId="ecc851b5-bf16-4ad7-80d9-5ddb8e10cea7" providerId="ADAL" clId="{9BC094F1-C879-4E48-8A82-E8EC13AB30E5}" dt="2021-09-02T18:55:59.821" v="1663" actId="2711"/>
          <ac:spMkLst>
            <pc:docMk/>
            <pc:sldMk cId="3899505959" sldId="715"/>
            <ac:spMk id="16" creationId="{2B6302A1-83B8-4DAB-8124-FF17A523118B}"/>
          </ac:spMkLst>
        </pc:spChg>
        <pc:grpChg chg="add mod">
          <ac:chgData name="Pyhajarvi Maaret" userId="ecc851b5-bf16-4ad7-80d9-5ddb8e10cea7" providerId="ADAL" clId="{9BC094F1-C879-4E48-8A82-E8EC13AB30E5}" dt="2021-09-02T18:47:36.573" v="1630" actId="164"/>
          <ac:grpSpMkLst>
            <pc:docMk/>
            <pc:sldMk cId="3899505959" sldId="715"/>
            <ac:grpSpMk id="8" creationId="{CC690E56-5AD4-44AA-AE1A-A5EE5AACC08A}"/>
          </ac:grpSpMkLst>
        </pc:grpChg>
        <pc:grpChg chg="mod">
          <ac:chgData name="Pyhajarvi Maaret" userId="ecc851b5-bf16-4ad7-80d9-5ddb8e10cea7" providerId="ADAL" clId="{9BC094F1-C879-4E48-8A82-E8EC13AB30E5}" dt="2021-09-02T18:46:38.872" v="1611" actId="1076"/>
          <ac:grpSpMkLst>
            <pc:docMk/>
            <pc:sldMk cId="3899505959" sldId="715"/>
            <ac:grpSpMk id="10" creationId="{3BD2CB12-FA3A-4485-ADF7-572F91E36590}"/>
          </ac:grpSpMkLst>
        </pc:grpChg>
        <pc:grpChg chg="add del mod">
          <ac:chgData name="Pyhajarvi Maaret" userId="ecc851b5-bf16-4ad7-80d9-5ddb8e10cea7" providerId="ADAL" clId="{9BC094F1-C879-4E48-8A82-E8EC13AB30E5}" dt="2021-09-02T18:47:12.243" v="1616" actId="165"/>
          <ac:grpSpMkLst>
            <pc:docMk/>
            <pc:sldMk cId="3899505959" sldId="715"/>
            <ac:grpSpMk id="14" creationId="{2E6D67FF-73B0-4B38-8436-69B276841698}"/>
          </ac:grpSpMkLst>
        </pc:grpChg>
        <pc:picChg chg="mod">
          <ac:chgData name="Pyhajarvi Maaret" userId="ecc851b5-bf16-4ad7-80d9-5ddb8e10cea7" providerId="ADAL" clId="{9BC094F1-C879-4E48-8A82-E8EC13AB30E5}" dt="2021-09-02T18:46:40.010" v="1613" actId="14100"/>
          <ac:picMkLst>
            <pc:docMk/>
            <pc:sldMk cId="3899505959" sldId="715"/>
            <ac:picMk id="3" creationId="{7C95A6C7-7F9D-4699-9614-D98F3EA685BE}"/>
          </ac:picMkLst>
        </pc:picChg>
      </pc:sldChg>
      <pc:sldChg chg="modSp add ord">
        <pc:chgData name="Pyhajarvi Maaret" userId="ecc851b5-bf16-4ad7-80d9-5ddb8e10cea7" providerId="ADAL" clId="{9BC094F1-C879-4E48-8A82-E8EC13AB30E5}" dt="2021-09-02T19:07:27.980" v="1812"/>
        <pc:sldMkLst>
          <pc:docMk/>
          <pc:sldMk cId="3531681711" sldId="718"/>
        </pc:sldMkLst>
        <pc:spChg chg="mod">
          <ac:chgData name="Pyhajarvi Maaret" userId="ecc851b5-bf16-4ad7-80d9-5ddb8e10cea7" providerId="ADAL" clId="{9BC094F1-C879-4E48-8A82-E8EC13AB30E5}" dt="2021-09-02T18:56:23.196" v="1665" actId="2711"/>
          <ac:spMkLst>
            <pc:docMk/>
            <pc:sldMk cId="3531681711" sldId="718"/>
            <ac:spMk id="2" creationId="{528C43EE-B688-43BE-98A9-A6C5D5721938}"/>
          </ac:spMkLst>
        </pc:spChg>
        <pc:spChg chg="mod">
          <ac:chgData name="Pyhajarvi Maaret" userId="ecc851b5-bf16-4ad7-80d9-5ddb8e10cea7" providerId="ADAL" clId="{9BC094F1-C879-4E48-8A82-E8EC13AB30E5}" dt="2021-09-02T18:56:23.196" v="1665" actId="2711"/>
          <ac:spMkLst>
            <pc:docMk/>
            <pc:sldMk cId="3531681711" sldId="718"/>
            <ac:spMk id="3" creationId="{E3DF00B3-5671-499D-92E4-DB1EB3D4A5C0}"/>
          </ac:spMkLst>
        </pc:spChg>
      </pc:sldChg>
      <pc:sldChg chg="modSp add mod ord">
        <pc:chgData name="Pyhajarvi Maaret" userId="ecc851b5-bf16-4ad7-80d9-5ddb8e10cea7" providerId="ADAL" clId="{9BC094F1-C879-4E48-8A82-E8EC13AB30E5}" dt="2021-09-02T19:14:10.103" v="1844" actId="1076"/>
        <pc:sldMkLst>
          <pc:docMk/>
          <pc:sldMk cId="1760346598" sldId="719"/>
        </pc:sldMkLst>
        <pc:spChg chg="mod">
          <ac:chgData name="Pyhajarvi Maaret" userId="ecc851b5-bf16-4ad7-80d9-5ddb8e10cea7" providerId="ADAL" clId="{9BC094F1-C879-4E48-8A82-E8EC13AB30E5}" dt="2021-09-02T19:14:10.103" v="1844" actId="1076"/>
          <ac:spMkLst>
            <pc:docMk/>
            <pc:sldMk cId="1760346598" sldId="719"/>
            <ac:spMk id="2" creationId="{52B91287-0236-4321-A091-6EDBFF52BF98}"/>
          </ac:spMkLst>
        </pc:spChg>
      </pc:sldChg>
      <pc:sldChg chg="modSp add mod ord">
        <pc:chgData name="Pyhajarvi Maaret" userId="ecc851b5-bf16-4ad7-80d9-5ddb8e10cea7" providerId="ADAL" clId="{9BC094F1-C879-4E48-8A82-E8EC13AB30E5}" dt="2021-09-02T19:18:59.065" v="1998" actId="14100"/>
        <pc:sldMkLst>
          <pc:docMk/>
          <pc:sldMk cId="704863312" sldId="720"/>
        </pc:sldMkLst>
        <pc:spChg chg="mod">
          <ac:chgData name="Pyhajarvi Maaret" userId="ecc851b5-bf16-4ad7-80d9-5ddb8e10cea7" providerId="ADAL" clId="{9BC094F1-C879-4E48-8A82-E8EC13AB30E5}" dt="2021-09-02T18:55:46.083" v="1662" actId="2711"/>
          <ac:spMkLst>
            <pc:docMk/>
            <pc:sldMk cId="704863312" sldId="720"/>
            <ac:spMk id="4" creationId="{F9F6FFB1-FBD0-458C-BE19-321DBCFE68DE}"/>
          </ac:spMkLst>
        </pc:spChg>
        <pc:spChg chg="mod">
          <ac:chgData name="Pyhajarvi Maaret" userId="ecc851b5-bf16-4ad7-80d9-5ddb8e10cea7" providerId="ADAL" clId="{9BC094F1-C879-4E48-8A82-E8EC13AB30E5}" dt="2021-09-02T18:55:46.083" v="1662" actId="2711"/>
          <ac:spMkLst>
            <pc:docMk/>
            <pc:sldMk cId="704863312" sldId="720"/>
            <ac:spMk id="14" creationId="{3A631CB1-966B-45F2-8383-FE4190D16B47}"/>
          </ac:spMkLst>
        </pc:spChg>
        <pc:spChg chg="mod">
          <ac:chgData name="Pyhajarvi Maaret" userId="ecc851b5-bf16-4ad7-80d9-5ddb8e10cea7" providerId="ADAL" clId="{9BC094F1-C879-4E48-8A82-E8EC13AB30E5}" dt="2021-09-02T18:55:46.083" v="1662" actId="2711"/>
          <ac:spMkLst>
            <pc:docMk/>
            <pc:sldMk cId="704863312" sldId="720"/>
            <ac:spMk id="16" creationId="{1A253C68-4732-4C28-A140-3CCE59326474}"/>
          </ac:spMkLst>
        </pc:spChg>
        <pc:spChg chg="mod">
          <ac:chgData name="Pyhajarvi Maaret" userId="ecc851b5-bf16-4ad7-80d9-5ddb8e10cea7" providerId="ADAL" clId="{9BC094F1-C879-4E48-8A82-E8EC13AB30E5}" dt="2021-09-02T19:18:56.328" v="1997" actId="14100"/>
          <ac:spMkLst>
            <pc:docMk/>
            <pc:sldMk cId="704863312" sldId="720"/>
            <ac:spMk id="17" creationId="{9CA88B48-A824-4800-B6B1-4D7128058C92}"/>
          </ac:spMkLst>
        </pc:spChg>
        <pc:spChg chg="mod">
          <ac:chgData name="Pyhajarvi Maaret" userId="ecc851b5-bf16-4ad7-80d9-5ddb8e10cea7" providerId="ADAL" clId="{9BC094F1-C879-4E48-8A82-E8EC13AB30E5}" dt="2021-09-02T18:55:46.083" v="1662" actId="2711"/>
          <ac:spMkLst>
            <pc:docMk/>
            <pc:sldMk cId="704863312" sldId="720"/>
            <ac:spMk id="18" creationId="{72395EE5-4572-4B5A-BE71-262D9B5C3277}"/>
          </ac:spMkLst>
        </pc:spChg>
        <pc:spChg chg="mod">
          <ac:chgData name="Pyhajarvi Maaret" userId="ecc851b5-bf16-4ad7-80d9-5ddb8e10cea7" providerId="ADAL" clId="{9BC094F1-C879-4E48-8A82-E8EC13AB30E5}" dt="2021-09-02T18:55:46.083" v="1662" actId="2711"/>
          <ac:spMkLst>
            <pc:docMk/>
            <pc:sldMk cId="704863312" sldId="720"/>
            <ac:spMk id="19" creationId="{64EB311D-0B16-4F33-81BD-C75DA40715C2}"/>
          </ac:spMkLst>
        </pc:spChg>
        <pc:spChg chg="mod">
          <ac:chgData name="Pyhajarvi Maaret" userId="ecc851b5-bf16-4ad7-80d9-5ddb8e10cea7" providerId="ADAL" clId="{9BC094F1-C879-4E48-8A82-E8EC13AB30E5}" dt="2021-09-02T18:55:46.083" v="1662" actId="2711"/>
          <ac:spMkLst>
            <pc:docMk/>
            <pc:sldMk cId="704863312" sldId="720"/>
            <ac:spMk id="20" creationId="{395C6908-1F2F-444F-B671-E94EB4078295}"/>
          </ac:spMkLst>
        </pc:spChg>
        <pc:spChg chg="mod">
          <ac:chgData name="Pyhajarvi Maaret" userId="ecc851b5-bf16-4ad7-80d9-5ddb8e10cea7" providerId="ADAL" clId="{9BC094F1-C879-4E48-8A82-E8EC13AB30E5}" dt="2021-09-02T18:55:46.083" v="1662" actId="2711"/>
          <ac:spMkLst>
            <pc:docMk/>
            <pc:sldMk cId="704863312" sldId="720"/>
            <ac:spMk id="21" creationId="{C50CC8C7-C0F0-4F02-B4E2-634EEA83775A}"/>
          </ac:spMkLst>
        </pc:spChg>
        <pc:spChg chg="mod">
          <ac:chgData name="Pyhajarvi Maaret" userId="ecc851b5-bf16-4ad7-80d9-5ddb8e10cea7" providerId="ADAL" clId="{9BC094F1-C879-4E48-8A82-E8EC13AB30E5}" dt="2021-09-02T18:55:46.083" v="1662" actId="2711"/>
          <ac:spMkLst>
            <pc:docMk/>
            <pc:sldMk cId="704863312" sldId="720"/>
            <ac:spMk id="24" creationId="{2B08A5A9-1D88-4781-9629-804F83EF792F}"/>
          </ac:spMkLst>
        </pc:spChg>
        <pc:spChg chg="mod">
          <ac:chgData name="Pyhajarvi Maaret" userId="ecc851b5-bf16-4ad7-80d9-5ddb8e10cea7" providerId="ADAL" clId="{9BC094F1-C879-4E48-8A82-E8EC13AB30E5}" dt="2021-09-02T18:55:46.083" v="1662" actId="2711"/>
          <ac:spMkLst>
            <pc:docMk/>
            <pc:sldMk cId="704863312" sldId="720"/>
            <ac:spMk id="26" creationId="{DF364631-AC80-4C62-9CEC-A27B62A8C8EA}"/>
          </ac:spMkLst>
        </pc:spChg>
        <pc:spChg chg="mod">
          <ac:chgData name="Pyhajarvi Maaret" userId="ecc851b5-bf16-4ad7-80d9-5ddb8e10cea7" providerId="ADAL" clId="{9BC094F1-C879-4E48-8A82-E8EC13AB30E5}" dt="2021-09-02T19:18:59.065" v="1998" actId="14100"/>
          <ac:spMkLst>
            <pc:docMk/>
            <pc:sldMk cId="704863312" sldId="720"/>
            <ac:spMk id="27" creationId="{49D524FE-FDE5-4CB3-8C09-3627EFF598CF}"/>
          </ac:spMkLst>
        </pc:spChg>
        <pc:spChg chg="mod">
          <ac:chgData name="Pyhajarvi Maaret" userId="ecc851b5-bf16-4ad7-80d9-5ddb8e10cea7" providerId="ADAL" clId="{9BC094F1-C879-4E48-8A82-E8EC13AB30E5}" dt="2021-09-02T18:55:46.083" v="1662" actId="2711"/>
          <ac:spMkLst>
            <pc:docMk/>
            <pc:sldMk cId="704863312" sldId="720"/>
            <ac:spMk id="28" creationId="{A8A9E50B-E756-4C45-A5E4-448CD344EBED}"/>
          </ac:spMkLst>
        </pc:spChg>
      </pc:sldChg>
      <pc:sldChg chg="modSp add del mod modNotesTx">
        <pc:chgData name="Pyhajarvi Maaret" userId="ecc851b5-bf16-4ad7-80d9-5ddb8e10cea7" providerId="ADAL" clId="{9BC094F1-C879-4E48-8A82-E8EC13AB30E5}" dt="2021-09-02T19:13:13.950" v="1839" actId="47"/>
        <pc:sldMkLst>
          <pc:docMk/>
          <pc:sldMk cId="4229844350" sldId="721"/>
        </pc:sldMkLst>
        <pc:spChg chg="mod">
          <ac:chgData name="Pyhajarvi Maaret" userId="ecc851b5-bf16-4ad7-80d9-5ddb8e10cea7" providerId="ADAL" clId="{9BC094F1-C879-4E48-8A82-E8EC13AB30E5}" dt="2021-09-02T18:55:37.016" v="1661" actId="2711"/>
          <ac:spMkLst>
            <pc:docMk/>
            <pc:sldMk cId="4229844350" sldId="721"/>
            <ac:spMk id="7" creationId="{A76F9A70-80D2-4495-BA4B-CD5E2F2654A0}"/>
          </ac:spMkLst>
        </pc:spChg>
        <pc:spChg chg="mod">
          <ac:chgData name="Pyhajarvi Maaret" userId="ecc851b5-bf16-4ad7-80d9-5ddb8e10cea7" providerId="ADAL" clId="{9BC094F1-C879-4E48-8A82-E8EC13AB30E5}" dt="2021-09-02T18:55:37.016" v="1661" actId="2711"/>
          <ac:spMkLst>
            <pc:docMk/>
            <pc:sldMk cId="4229844350" sldId="721"/>
            <ac:spMk id="8" creationId="{79E2B72C-9DDE-40A2-B53A-547EB8DD15C4}"/>
          </ac:spMkLst>
        </pc:spChg>
        <pc:spChg chg="mod">
          <ac:chgData name="Pyhajarvi Maaret" userId="ecc851b5-bf16-4ad7-80d9-5ddb8e10cea7" providerId="ADAL" clId="{9BC094F1-C879-4E48-8A82-E8EC13AB30E5}" dt="2021-09-02T18:55:28.235" v="1660" actId="2711"/>
          <ac:spMkLst>
            <pc:docMk/>
            <pc:sldMk cId="4229844350" sldId="721"/>
            <ac:spMk id="9" creationId="{B6845DC6-C567-4E9C-BC6D-5E8DCC36DC19}"/>
          </ac:spMkLst>
        </pc:spChg>
      </pc:sldChg>
      <pc:sldChg chg="modSp add del mod">
        <pc:chgData name="Pyhajarvi Maaret" userId="ecc851b5-bf16-4ad7-80d9-5ddb8e10cea7" providerId="ADAL" clId="{9BC094F1-C879-4E48-8A82-E8EC13AB30E5}" dt="2021-09-02T18:39:05.745" v="1465" actId="47"/>
        <pc:sldMkLst>
          <pc:docMk/>
          <pc:sldMk cId="3115642291" sldId="722"/>
        </pc:sldMkLst>
        <pc:spChg chg="mod">
          <ac:chgData name="Pyhajarvi Maaret" userId="ecc851b5-bf16-4ad7-80d9-5ddb8e10cea7" providerId="ADAL" clId="{9BC094F1-C879-4E48-8A82-E8EC13AB30E5}" dt="2021-09-02T18:38:49.564" v="1463" actId="207"/>
          <ac:spMkLst>
            <pc:docMk/>
            <pc:sldMk cId="3115642291" sldId="722"/>
            <ac:spMk id="2" creationId="{B74C9AC6-E0E9-42B4-9A5D-A613CF422A7F}"/>
          </ac:spMkLst>
        </pc:spChg>
        <pc:spChg chg="mod">
          <ac:chgData name="Pyhajarvi Maaret" userId="ecc851b5-bf16-4ad7-80d9-5ddb8e10cea7" providerId="ADAL" clId="{9BC094F1-C879-4E48-8A82-E8EC13AB30E5}" dt="2021-09-02T18:38:54.764" v="1464" actId="207"/>
          <ac:spMkLst>
            <pc:docMk/>
            <pc:sldMk cId="3115642291" sldId="722"/>
            <ac:spMk id="6" creationId="{ABC11EA8-5641-4E5D-A19E-8C12D3D5A9A2}"/>
          </ac:spMkLst>
        </pc:spChg>
      </pc:sldChg>
      <pc:sldChg chg="modSp add mod ord">
        <pc:chgData name="Pyhajarvi Maaret" userId="ecc851b5-bf16-4ad7-80d9-5ddb8e10cea7" providerId="ADAL" clId="{9BC094F1-C879-4E48-8A82-E8EC13AB30E5}" dt="2021-09-02T18:54:01.589" v="1645" actId="2711"/>
        <pc:sldMkLst>
          <pc:docMk/>
          <pc:sldMk cId="3526968331" sldId="723"/>
        </pc:sldMkLst>
        <pc:spChg chg="mod">
          <ac:chgData name="Pyhajarvi Maaret" userId="ecc851b5-bf16-4ad7-80d9-5ddb8e10cea7" providerId="ADAL" clId="{9BC094F1-C879-4E48-8A82-E8EC13AB30E5}" dt="2021-09-02T18:54:01.589" v="1645" actId="2711"/>
          <ac:spMkLst>
            <pc:docMk/>
            <pc:sldMk cId="3526968331" sldId="723"/>
            <ac:spMk id="5" creationId="{BB65311E-088B-464D-8595-78CE06E4E5BA}"/>
          </ac:spMkLst>
        </pc:spChg>
      </pc:sldChg>
      <pc:sldChg chg="add del">
        <pc:chgData name="Pyhajarvi Maaret" userId="ecc851b5-bf16-4ad7-80d9-5ddb8e10cea7" providerId="ADAL" clId="{9BC094F1-C879-4E48-8A82-E8EC13AB30E5}" dt="2021-09-02T19:13:13.950" v="1839" actId="47"/>
        <pc:sldMkLst>
          <pc:docMk/>
          <pc:sldMk cId="3058460190" sldId="724"/>
        </pc:sldMkLst>
      </pc:sldChg>
      <pc:sldChg chg="addSp modSp add mod ord">
        <pc:chgData name="Pyhajarvi Maaret" userId="ecc851b5-bf16-4ad7-80d9-5ddb8e10cea7" providerId="ADAL" clId="{9BC094F1-C879-4E48-8A82-E8EC13AB30E5}" dt="2021-09-02T19:04:56.253" v="1803" actId="1076"/>
        <pc:sldMkLst>
          <pc:docMk/>
          <pc:sldMk cId="683685023" sldId="725"/>
        </pc:sldMkLst>
        <pc:spChg chg="add mod">
          <ac:chgData name="Pyhajarvi Maaret" userId="ecc851b5-bf16-4ad7-80d9-5ddb8e10cea7" providerId="ADAL" clId="{9BC094F1-C879-4E48-8A82-E8EC13AB30E5}" dt="2021-09-02T19:04:56.253" v="1803" actId="1076"/>
          <ac:spMkLst>
            <pc:docMk/>
            <pc:sldMk cId="683685023" sldId="725"/>
            <ac:spMk id="2" creationId="{22C8BC8E-7635-436E-A727-3D6C51B9EEF2}"/>
          </ac:spMkLst>
        </pc:spChg>
        <pc:picChg chg="add mod">
          <ac:chgData name="Pyhajarvi Maaret" userId="ecc851b5-bf16-4ad7-80d9-5ddb8e10cea7" providerId="ADAL" clId="{9BC094F1-C879-4E48-8A82-E8EC13AB30E5}" dt="2021-09-02T19:04:00.645" v="1794" actId="571"/>
          <ac:picMkLst>
            <pc:docMk/>
            <pc:sldMk cId="683685023" sldId="725"/>
            <ac:picMk id="4" creationId="{EA3708D5-3096-44D3-A78B-DEEBB08CEBD3}"/>
          </ac:picMkLst>
        </pc:picChg>
        <pc:picChg chg="mod">
          <ac:chgData name="Pyhajarvi Maaret" userId="ecc851b5-bf16-4ad7-80d9-5ddb8e10cea7" providerId="ADAL" clId="{9BC094F1-C879-4E48-8A82-E8EC13AB30E5}" dt="2021-09-02T19:04:16.031" v="1802" actId="1038"/>
          <ac:picMkLst>
            <pc:docMk/>
            <pc:sldMk cId="683685023" sldId="725"/>
            <ac:picMk id="5" creationId="{60F8327E-5E78-4631-927B-0FBE87AEFAA3}"/>
          </ac:picMkLst>
        </pc:picChg>
      </pc:sldChg>
      <pc:sldChg chg="modSp add mod ord">
        <pc:chgData name="Pyhajarvi Maaret" userId="ecc851b5-bf16-4ad7-80d9-5ddb8e10cea7" providerId="ADAL" clId="{9BC094F1-C879-4E48-8A82-E8EC13AB30E5}" dt="2021-09-02T19:10:37.930" v="1824"/>
        <pc:sldMkLst>
          <pc:docMk/>
          <pc:sldMk cId="1179565708" sldId="726"/>
        </pc:sldMkLst>
        <pc:spChg chg="mod">
          <ac:chgData name="Pyhajarvi Maaret" userId="ecc851b5-bf16-4ad7-80d9-5ddb8e10cea7" providerId="ADAL" clId="{9BC094F1-C879-4E48-8A82-E8EC13AB30E5}" dt="2021-09-02T18:43:48.899" v="1592" actId="1076"/>
          <ac:spMkLst>
            <pc:docMk/>
            <pc:sldMk cId="1179565708" sldId="726"/>
            <ac:spMk id="2" creationId="{271CE511-007D-41BD-94C3-75BF65247214}"/>
          </ac:spMkLst>
        </pc:spChg>
        <pc:spChg chg="mod">
          <ac:chgData name="Pyhajarvi Maaret" userId="ecc851b5-bf16-4ad7-80d9-5ddb8e10cea7" providerId="ADAL" clId="{9BC094F1-C879-4E48-8A82-E8EC13AB30E5}" dt="2021-09-02T18:56:09.511" v="1664" actId="2711"/>
          <ac:spMkLst>
            <pc:docMk/>
            <pc:sldMk cId="1179565708" sldId="726"/>
            <ac:spMk id="3" creationId="{61DE9447-3E85-4022-B56D-312C7162FCDA}"/>
          </ac:spMkLst>
        </pc:spChg>
      </pc:sldChg>
      <pc:sldChg chg="modSp add del modNotes">
        <pc:chgData name="Pyhajarvi Maaret" userId="ecc851b5-bf16-4ad7-80d9-5ddb8e10cea7" providerId="ADAL" clId="{9BC094F1-C879-4E48-8A82-E8EC13AB30E5}" dt="2021-09-02T19:13:13.950" v="1839" actId="47"/>
        <pc:sldMkLst>
          <pc:docMk/>
          <pc:sldMk cId="377153348" sldId="727"/>
        </pc:sldMkLst>
        <pc:spChg chg="mod">
          <ac:chgData name="Pyhajarvi Maaret" userId="ecc851b5-bf16-4ad7-80d9-5ddb8e10cea7" providerId="ADAL" clId="{9BC094F1-C879-4E48-8A82-E8EC13AB30E5}" dt="2021-09-02T18:58:20.869" v="1678" actId="2711"/>
          <ac:spMkLst>
            <pc:docMk/>
            <pc:sldMk cId="377153348" sldId="727"/>
            <ac:spMk id="8" creationId="{00000000-0000-0000-0000-000000000000}"/>
          </ac:spMkLst>
        </pc:spChg>
        <pc:spChg chg="mod">
          <ac:chgData name="Pyhajarvi Maaret" userId="ecc851b5-bf16-4ad7-80d9-5ddb8e10cea7" providerId="ADAL" clId="{9BC094F1-C879-4E48-8A82-E8EC13AB30E5}" dt="2021-09-02T18:58:20.869" v="1678" actId="2711"/>
          <ac:spMkLst>
            <pc:docMk/>
            <pc:sldMk cId="377153348" sldId="727"/>
            <ac:spMk id="9" creationId="{00000000-0000-0000-0000-000000000000}"/>
          </ac:spMkLst>
        </pc:spChg>
        <pc:spChg chg="mod">
          <ac:chgData name="Pyhajarvi Maaret" userId="ecc851b5-bf16-4ad7-80d9-5ddb8e10cea7" providerId="ADAL" clId="{9BC094F1-C879-4E48-8A82-E8EC13AB30E5}" dt="2021-09-02T18:58:20.869" v="1678" actId="2711"/>
          <ac:spMkLst>
            <pc:docMk/>
            <pc:sldMk cId="377153348" sldId="727"/>
            <ac:spMk id="10" creationId="{00000000-0000-0000-0000-000000000000}"/>
          </ac:spMkLst>
        </pc:spChg>
        <pc:spChg chg="mod">
          <ac:chgData name="Pyhajarvi Maaret" userId="ecc851b5-bf16-4ad7-80d9-5ddb8e10cea7" providerId="ADAL" clId="{9BC094F1-C879-4E48-8A82-E8EC13AB30E5}" dt="2021-09-02T18:58:20.869" v="1678" actId="2711"/>
          <ac:spMkLst>
            <pc:docMk/>
            <pc:sldMk cId="377153348" sldId="727"/>
            <ac:spMk id="11" creationId="{00000000-0000-0000-0000-000000000000}"/>
          </ac:spMkLst>
        </pc:spChg>
        <pc:spChg chg="mod">
          <ac:chgData name="Pyhajarvi Maaret" userId="ecc851b5-bf16-4ad7-80d9-5ddb8e10cea7" providerId="ADAL" clId="{9BC094F1-C879-4E48-8A82-E8EC13AB30E5}" dt="2021-09-02T18:58:20.869" v="1678" actId="2711"/>
          <ac:spMkLst>
            <pc:docMk/>
            <pc:sldMk cId="377153348" sldId="727"/>
            <ac:spMk id="12" creationId="{00000000-0000-0000-0000-000000000000}"/>
          </ac:spMkLst>
        </pc:spChg>
        <pc:spChg chg="mod">
          <ac:chgData name="Pyhajarvi Maaret" userId="ecc851b5-bf16-4ad7-80d9-5ddb8e10cea7" providerId="ADAL" clId="{9BC094F1-C879-4E48-8A82-E8EC13AB30E5}" dt="2021-09-02T18:58:20.869" v="1678" actId="2711"/>
          <ac:spMkLst>
            <pc:docMk/>
            <pc:sldMk cId="377153348" sldId="727"/>
            <ac:spMk id="13" creationId="{00000000-0000-0000-0000-000000000000}"/>
          </ac:spMkLst>
        </pc:spChg>
        <pc:spChg chg="mod">
          <ac:chgData name="Pyhajarvi Maaret" userId="ecc851b5-bf16-4ad7-80d9-5ddb8e10cea7" providerId="ADAL" clId="{9BC094F1-C879-4E48-8A82-E8EC13AB30E5}" dt="2021-09-02T18:58:20.869" v="1678" actId="2711"/>
          <ac:spMkLst>
            <pc:docMk/>
            <pc:sldMk cId="377153348" sldId="727"/>
            <ac:spMk id="21" creationId="{00000000-0000-0000-0000-000000000000}"/>
          </ac:spMkLst>
        </pc:spChg>
        <pc:spChg chg="mod">
          <ac:chgData name="Pyhajarvi Maaret" userId="ecc851b5-bf16-4ad7-80d9-5ddb8e10cea7" providerId="ADAL" clId="{9BC094F1-C879-4E48-8A82-E8EC13AB30E5}" dt="2021-09-02T18:58:20.869" v="1678" actId="2711"/>
          <ac:spMkLst>
            <pc:docMk/>
            <pc:sldMk cId="377153348" sldId="727"/>
            <ac:spMk id="23" creationId="{00000000-0000-0000-0000-000000000000}"/>
          </ac:spMkLst>
        </pc:spChg>
        <pc:spChg chg="mod">
          <ac:chgData name="Pyhajarvi Maaret" userId="ecc851b5-bf16-4ad7-80d9-5ddb8e10cea7" providerId="ADAL" clId="{9BC094F1-C879-4E48-8A82-E8EC13AB30E5}" dt="2021-09-02T18:58:20.869" v="1678" actId="2711"/>
          <ac:spMkLst>
            <pc:docMk/>
            <pc:sldMk cId="377153348" sldId="727"/>
            <ac:spMk id="24" creationId="{00000000-0000-0000-0000-000000000000}"/>
          </ac:spMkLst>
        </pc:spChg>
        <pc:spChg chg="mod">
          <ac:chgData name="Pyhajarvi Maaret" userId="ecc851b5-bf16-4ad7-80d9-5ddb8e10cea7" providerId="ADAL" clId="{9BC094F1-C879-4E48-8A82-E8EC13AB30E5}" dt="2021-09-02T18:58:20.869" v="1678" actId="2711"/>
          <ac:spMkLst>
            <pc:docMk/>
            <pc:sldMk cId="377153348" sldId="727"/>
            <ac:spMk id="25" creationId="{00000000-0000-0000-0000-000000000000}"/>
          </ac:spMkLst>
        </pc:spChg>
        <pc:grpChg chg="mod">
          <ac:chgData name="Pyhajarvi Maaret" userId="ecc851b5-bf16-4ad7-80d9-5ddb8e10cea7" providerId="ADAL" clId="{9BC094F1-C879-4E48-8A82-E8EC13AB30E5}" dt="2021-09-02T18:58:20.869" v="1678" actId="2711"/>
          <ac:grpSpMkLst>
            <pc:docMk/>
            <pc:sldMk cId="377153348" sldId="727"/>
            <ac:grpSpMk id="2" creationId="{00000000-0000-0000-0000-000000000000}"/>
          </ac:grpSpMkLst>
        </pc:grpChg>
        <pc:grpChg chg="mod">
          <ac:chgData name="Pyhajarvi Maaret" userId="ecc851b5-bf16-4ad7-80d9-5ddb8e10cea7" providerId="ADAL" clId="{9BC094F1-C879-4E48-8A82-E8EC13AB30E5}" dt="2021-09-02T18:58:20.869" v="1678" actId="2711"/>
          <ac:grpSpMkLst>
            <pc:docMk/>
            <pc:sldMk cId="377153348" sldId="727"/>
            <ac:grpSpMk id="3" creationId="{00000000-0000-0000-0000-000000000000}"/>
          </ac:grpSpMkLst>
        </pc:grpChg>
        <pc:cxnChg chg="mod">
          <ac:chgData name="Pyhajarvi Maaret" userId="ecc851b5-bf16-4ad7-80d9-5ddb8e10cea7" providerId="ADAL" clId="{9BC094F1-C879-4E48-8A82-E8EC13AB30E5}" dt="2021-09-02T18:58:20.869" v="1678" actId="2711"/>
          <ac:cxnSpMkLst>
            <pc:docMk/>
            <pc:sldMk cId="377153348" sldId="727"/>
            <ac:cxnSpMk id="5" creationId="{00000000-0000-0000-0000-000000000000}"/>
          </ac:cxnSpMkLst>
        </pc:cxnChg>
        <pc:cxnChg chg="mod">
          <ac:chgData name="Pyhajarvi Maaret" userId="ecc851b5-bf16-4ad7-80d9-5ddb8e10cea7" providerId="ADAL" clId="{9BC094F1-C879-4E48-8A82-E8EC13AB30E5}" dt="2021-09-02T18:58:20.869" v="1678" actId="2711"/>
          <ac:cxnSpMkLst>
            <pc:docMk/>
            <pc:sldMk cId="377153348" sldId="727"/>
            <ac:cxnSpMk id="7" creationId="{00000000-0000-0000-0000-000000000000}"/>
          </ac:cxnSpMkLst>
        </pc:cxnChg>
      </pc:sldChg>
      <pc:sldChg chg="modSp add mod ord modNotesTx">
        <pc:chgData name="Pyhajarvi Maaret" userId="ecc851b5-bf16-4ad7-80d9-5ddb8e10cea7" providerId="ADAL" clId="{9BC094F1-C879-4E48-8A82-E8EC13AB30E5}" dt="2021-09-02T19:16:31.347" v="1957" actId="20577"/>
        <pc:sldMkLst>
          <pc:docMk/>
          <pc:sldMk cId="2028852258" sldId="728"/>
        </pc:sldMkLst>
        <pc:picChg chg="mod">
          <ac:chgData name="Pyhajarvi Maaret" userId="ecc851b5-bf16-4ad7-80d9-5ddb8e10cea7" providerId="ADAL" clId="{9BC094F1-C879-4E48-8A82-E8EC13AB30E5}" dt="2021-09-02T19:11:13.413" v="1831" actId="1076"/>
          <ac:picMkLst>
            <pc:docMk/>
            <pc:sldMk cId="2028852258" sldId="728"/>
            <ac:picMk id="2" creationId="{00000000-0000-0000-0000-000000000000}"/>
          </ac:picMkLst>
        </pc:picChg>
      </pc:sldChg>
      <pc:sldChg chg="modSp add mod">
        <pc:chgData name="Pyhajarvi Maaret" userId="ecc851b5-bf16-4ad7-80d9-5ddb8e10cea7" providerId="ADAL" clId="{9BC094F1-C879-4E48-8A82-E8EC13AB30E5}" dt="2021-09-02T19:06:27.290" v="1810" actId="1035"/>
        <pc:sldMkLst>
          <pc:docMk/>
          <pc:sldMk cId="953731259" sldId="763"/>
        </pc:sldMkLst>
        <pc:spChg chg="mod">
          <ac:chgData name="Pyhajarvi Maaret" userId="ecc851b5-bf16-4ad7-80d9-5ddb8e10cea7" providerId="ADAL" clId="{9BC094F1-C879-4E48-8A82-E8EC13AB30E5}" dt="2021-09-02T19:06:20.548" v="1807" actId="207"/>
          <ac:spMkLst>
            <pc:docMk/>
            <pc:sldMk cId="953731259" sldId="763"/>
            <ac:spMk id="7" creationId="{8578FB38-7392-4E89-B317-6344A911E1E7}"/>
          </ac:spMkLst>
        </pc:spChg>
        <pc:picChg chg="mod">
          <ac:chgData name="Pyhajarvi Maaret" userId="ecc851b5-bf16-4ad7-80d9-5ddb8e10cea7" providerId="ADAL" clId="{9BC094F1-C879-4E48-8A82-E8EC13AB30E5}" dt="2021-09-02T19:06:27.290" v="1810" actId="1035"/>
          <ac:picMkLst>
            <pc:docMk/>
            <pc:sldMk cId="953731259" sldId="763"/>
            <ac:picMk id="2" creationId="{12478259-6195-4440-B197-6D7BD1ADDAA3}"/>
          </ac:picMkLst>
        </pc:picChg>
      </pc:sldChg>
      <pc:sldChg chg="add ord">
        <pc:chgData name="Pyhajarvi Maaret" userId="ecc851b5-bf16-4ad7-80d9-5ddb8e10cea7" providerId="ADAL" clId="{9BC094F1-C879-4E48-8A82-E8EC13AB30E5}" dt="2021-09-02T19:08:12.582" v="1814"/>
        <pc:sldMkLst>
          <pc:docMk/>
          <pc:sldMk cId="10294559" sldId="795"/>
        </pc:sldMkLst>
      </pc:sldChg>
      <pc:sldChg chg="modSp add mod ord">
        <pc:chgData name="Pyhajarvi Maaret" userId="ecc851b5-bf16-4ad7-80d9-5ddb8e10cea7" providerId="ADAL" clId="{9BC094F1-C879-4E48-8A82-E8EC13AB30E5}" dt="2021-09-02T19:09:48.295" v="1820"/>
        <pc:sldMkLst>
          <pc:docMk/>
          <pc:sldMk cId="3533076571" sldId="803"/>
        </pc:sldMkLst>
        <pc:spChg chg="mod">
          <ac:chgData name="Pyhajarvi Maaret" userId="ecc851b5-bf16-4ad7-80d9-5ddb8e10cea7" providerId="ADAL" clId="{9BC094F1-C879-4E48-8A82-E8EC13AB30E5}" dt="2021-09-02T18:57:00.113" v="1668" actId="2711"/>
          <ac:spMkLst>
            <pc:docMk/>
            <pc:sldMk cId="3533076571" sldId="803"/>
            <ac:spMk id="2" creationId="{A8C482ED-32C9-4C81-84B9-8164F9E8C3D6}"/>
          </ac:spMkLst>
        </pc:spChg>
        <pc:spChg chg="mod">
          <ac:chgData name="Pyhajarvi Maaret" userId="ecc851b5-bf16-4ad7-80d9-5ddb8e10cea7" providerId="ADAL" clId="{9BC094F1-C879-4E48-8A82-E8EC13AB30E5}" dt="2021-09-02T18:57:00.113" v="1668" actId="2711"/>
          <ac:spMkLst>
            <pc:docMk/>
            <pc:sldMk cId="3533076571" sldId="803"/>
            <ac:spMk id="3" creationId="{97686BFB-690E-4E4A-B0C1-A430F42169B4}"/>
          </ac:spMkLst>
        </pc:spChg>
        <pc:spChg chg="mod">
          <ac:chgData name="Pyhajarvi Maaret" userId="ecc851b5-bf16-4ad7-80d9-5ddb8e10cea7" providerId="ADAL" clId="{9BC094F1-C879-4E48-8A82-E8EC13AB30E5}" dt="2021-09-02T18:57:00.113" v="1668" actId="2711"/>
          <ac:spMkLst>
            <pc:docMk/>
            <pc:sldMk cId="3533076571" sldId="803"/>
            <ac:spMk id="4" creationId="{CD1F7C21-E2D4-4341-B995-8353BC77AD17}"/>
          </ac:spMkLst>
        </pc:spChg>
        <pc:spChg chg="mod">
          <ac:chgData name="Pyhajarvi Maaret" userId="ecc851b5-bf16-4ad7-80d9-5ddb8e10cea7" providerId="ADAL" clId="{9BC094F1-C879-4E48-8A82-E8EC13AB30E5}" dt="2021-09-02T18:57:00.113" v="1668" actId="2711"/>
          <ac:spMkLst>
            <pc:docMk/>
            <pc:sldMk cId="3533076571" sldId="803"/>
            <ac:spMk id="5" creationId="{67A7896E-E9E7-4F38-BD3F-023B85E5EC6E}"/>
          </ac:spMkLst>
        </pc:spChg>
        <pc:spChg chg="mod">
          <ac:chgData name="Pyhajarvi Maaret" userId="ecc851b5-bf16-4ad7-80d9-5ddb8e10cea7" providerId="ADAL" clId="{9BC094F1-C879-4E48-8A82-E8EC13AB30E5}" dt="2021-09-02T18:57:00.113" v="1668" actId="2711"/>
          <ac:spMkLst>
            <pc:docMk/>
            <pc:sldMk cId="3533076571" sldId="803"/>
            <ac:spMk id="7" creationId="{4307D1DE-EA57-4E7B-85DF-4289570758E0}"/>
          </ac:spMkLst>
        </pc:spChg>
        <pc:spChg chg="mod">
          <ac:chgData name="Pyhajarvi Maaret" userId="ecc851b5-bf16-4ad7-80d9-5ddb8e10cea7" providerId="ADAL" clId="{9BC094F1-C879-4E48-8A82-E8EC13AB30E5}" dt="2021-09-02T18:57:00.113" v="1668" actId="2711"/>
          <ac:spMkLst>
            <pc:docMk/>
            <pc:sldMk cId="3533076571" sldId="803"/>
            <ac:spMk id="8" creationId="{8C82EAA0-1B0F-48F3-A505-99C6B332DEC0}"/>
          </ac:spMkLst>
        </pc:spChg>
        <pc:spChg chg="mod">
          <ac:chgData name="Pyhajarvi Maaret" userId="ecc851b5-bf16-4ad7-80d9-5ddb8e10cea7" providerId="ADAL" clId="{9BC094F1-C879-4E48-8A82-E8EC13AB30E5}" dt="2021-09-02T18:57:00.113" v="1668" actId="2711"/>
          <ac:spMkLst>
            <pc:docMk/>
            <pc:sldMk cId="3533076571" sldId="803"/>
            <ac:spMk id="9" creationId="{E9CEA334-5487-4FB8-A52E-D82F75E85DC7}"/>
          </ac:spMkLst>
        </pc:spChg>
        <pc:spChg chg="mod">
          <ac:chgData name="Pyhajarvi Maaret" userId="ecc851b5-bf16-4ad7-80d9-5ddb8e10cea7" providerId="ADAL" clId="{9BC094F1-C879-4E48-8A82-E8EC13AB30E5}" dt="2021-09-02T18:57:00.113" v="1668" actId="2711"/>
          <ac:spMkLst>
            <pc:docMk/>
            <pc:sldMk cId="3533076571" sldId="803"/>
            <ac:spMk id="10" creationId="{B6E93158-F940-49AF-9038-47419B252750}"/>
          </ac:spMkLst>
        </pc:spChg>
      </pc:sldChg>
      <pc:sldChg chg="modSp add mod">
        <pc:chgData name="Pyhajarvi Maaret" userId="ecc851b5-bf16-4ad7-80d9-5ddb8e10cea7" providerId="ADAL" clId="{9BC094F1-C879-4E48-8A82-E8EC13AB30E5}" dt="2021-09-02T18:59:28.926" v="1747" actId="207"/>
        <pc:sldMkLst>
          <pc:docMk/>
          <pc:sldMk cId="1701879907" sldId="804"/>
        </pc:sldMkLst>
        <pc:spChg chg="mod">
          <ac:chgData name="Pyhajarvi Maaret" userId="ecc851b5-bf16-4ad7-80d9-5ddb8e10cea7" providerId="ADAL" clId="{9BC094F1-C879-4E48-8A82-E8EC13AB30E5}" dt="2021-09-02T18:59:28.926" v="1747" actId="207"/>
          <ac:spMkLst>
            <pc:docMk/>
            <pc:sldMk cId="1701879907" sldId="804"/>
            <ac:spMk id="5" creationId="{BB65311E-088B-464D-8595-78CE06E4E5BA}"/>
          </ac:spMkLst>
        </pc:spChg>
      </pc:sldChg>
      <pc:sldChg chg="addSp modSp new mod">
        <pc:chgData name="Pyhajarvi Maaret" userId="ecc851b5-bf16-4ad7-80d9-5ddb8e10cea7" providerId="ADAL" clId="{9BC094F1-C879-4E48-8A82-E8EC13AB30E5}" dt="2021-09-02T19:18:01.093" v="1996" actId="207"/>
        <pc:sldMkLst>
          <pc:docMk/>
          <pc:sldMk cId="1449434019" sldId="805"/>
        </pc:sldMkLst>
        <pc:spChg chg="add mod">
          <ac:chgData name="Pyhajarvi Maaret" userId="ecc851b5-bf16-4ad7-80d9-5ddb8e10cea7" providerId="ADAL" clId="{9BC094F1-C879-4E48-8A82-E8EC13AB30E5}" dt="2021-09-02T19:18:01.093" v="1996" actId="207"/>
          <ac:spMkLst>
            <pc:docMk/>
            <pc:sldMk cId="1449434019" sldId="805"/>
            <ac:spMk id="3" creationId="{F76A1A4E-BC8E-46C6-A1F0-9E31848AD46A}"/>
          </ac:spMkLst>
        </pc:spChg>
      </pc:sldChg>
      <pc:sldMasterChg chg="modSp mod">
        <pc:chgData name="Pyhajarvi Maaret" userId="ecc851b5-bf16-4ad7-80d9-5ddb8e10cea7" providerId="ADAL" clId="{9BC094F1-C879-4E48-8A82-E8EC13AB30E5}" dt="2021-09-02T17:34:06.212" v="0" actId="1076"/>
        <pc:sldMasterMkLst>
          <pc:docMk/>
          <pc:sldMasterMk cId="2617184573" sldId="2147483648"/>
        </pc:sldMasterMkLst>
        <pc:spChg chg="mod">
          <ac:chgData name="Pyhajarvi Maaret" userId="ecc851b5-bf16-4ad7-80d9-5ddb8e10cea7" providerId="ADAL" clId="{9BC094F1-C879-4E48-8A82-E8EC13AB30E5}" dt="2021-09-02T17:34:06.212" v="0" actId="1076"/>
          <ac:spMkLst>
            <pc:docMk/>
            <pc:sldMasterMk cId="2617184573" sldId="2147483648"/>
            <ac:spMk id="4" creationId="{98EEA9BD-CD3A-4FB1-81DD-992CC4949F00}"/>
          </ac:spMkLst>
        </pc:spChg>
      </pc:sldMasterChg>
    </pc:docChg>
  </pc:docChgLst>
  <pc:docChgLst>
    <pc:chgData name="Maaret" userId="ecc851b5-bf16-4ad7-80d9-5ddb8e10cea7" providerId="ADAL" clId="{9BC094F1-C879-4E48-8A82-E8EC13AB30E5}"/>
    <pc:docChg chg="custSel addSld modSld sldOrd">
      <pc:chgData name="Maaret" userId="ecc851b5-bf16-4ad7-80d9-5ddb8e10cea7" providerId="ADAL" clId="{9BC094F1-C879-4E48-8A82-E8EC13AB30E5}" dt="2021-09-06T16:46:55.419" v="184"/>
      <pc:docMkLst>
        <pc:docMk/>
      </pc:docMkLst>
      <pc:sldChg chg="addSp modSp modAnim">
        <pc:chgData name="Maaret" userId="ecc851b5-bf16-4ad7-80d9-5ddb8e10cea7" providerId="ADAL" clId="{9BC094F1-C879-4E48-8A82-E8EC13AB30E5}" dt="2021-09-06T13:35:58.497" v="15"/>
        <pc:sldMkLst>
          <pc:docMk/>
          <pc:sldMk cId="2691698017" sldId="261"/>
        </pc:sldMkLst>
        <pc:spChg chg="mod">
          <ac:chgData name="Maaret" userId="ecc851b5-bf16-4ad7-80d9-5ddb8e10cea7" providerId="ADAL" clId="{9BC094F1-C879-4E48-8A82-E8EC13AB30E5}" dt="2021-09-06T13:35:50.817" v="13" actId="164"/>
          <ac:spMkLst>
            <pc:docMk/>
            <pc:sldMk cId="2691698017" sldId="261"/>
            <ac:spMk id="2" creationId="{56554F87-9D8C-42F4-872C-320C59D7610B}"/>
          </ac:spMkLst>
        </pc:spChg>
        <pc:spChg chg="add mod">
          <ac:chgData name="Maaret" userId="ecc851b5-bf16-4ad7-80d9-5ddb8e10cea7" providerId="ADAL" clId="{9BC094F1-C879-4E48-8A82-E8EC13AB30E5}" dt="2021-09-06T13:10:42.506" v="0"/>
          <ac:spMkLst>
            <pc:docMk/>
            <pc:sldMk cId="2691698017" sldId="261"/>
            <ac:spMk id="4" creationId="{BB5DF453-36CA-4FC6-A55A-F07D03E1C3CB}"/>
          </ac:spMkLst>
        </pc:spChg>
        <pc:spChg chg="mod">
          <ac:chgData name="Maaret" userId="ecc851b5-bf16-4ad7-80d9-5ddb8e10cea7" providerId="ADAL" clId="{9BC094F1-C879-4E48-8A82-E8EC13AB30E5}" dt="2021-09-06T13:35:50.817" v="13" actId="164"/>
          <ac:spMkLst>
            <pc:docMk/>
            <pc:sldMk cId="2691698017" sldId="261"/>
            <ac:spMk id="7" creationId="{8D12F53B-7A92-4A53-85F3-CBEDFAD65BA1}"/>
          </ac:spMkLst>
        </pc:spChg>
        <pc:grpChg chg="add mod">
          <ac:chgData name="Maaret" userId="ecc851b5-bf16-4ad7-80d9-5ddb8e10cea7" providerId="ADAL" clId="{9BC094F1-C879-4E48-8A82-E8EC13AB30E5}" dt="2021-09-06T13:35:50.817" v="13" actId="164"/>
          <ac:grpSpMkLst>
            <pc:docMk/>
            <pc:sldMk cId="2691698017" sldId="261"/>
            <ac:grpSpMk id="3" creationId="{3FFF6AA2-0E56-4AF5-865F-A74731BCFD75}"/>
          </ac:grpSpMkLst>
        </pc:grpChg>
      </pc:sldChg>
      <pc:sldChg chg="addSp modSp">
        <pc:chgData name="Maaret" userId="ecc851b5-bf16-4ad7-80d9-5ddb8e10cea7" providerId="ADAL" clId="{9BC094F1-C879-4E48-8A82-E8EC13AB30E5}" dt="2021-09-06T13:17:01.033" v="2"/>
        <pc:sldMkLst>
          <pc:docMk/>
          <pc:sldMk cId="4148246880" sldId="703"/>
        </pc:sldMkLst>
        <pc:spChg chg="add mod">
          <ac:chgData name="Maaret" userId="ecc851b5-bf16-4ad7-80d9-5ddb8e10cea7" providerId="ADAL" clId="{9BC094F1-C879-4E48-8A82-E8EC13AB30E5}" dt="2021-09-06T13:17:01.033" v="2"/>
          <ac:spMkLst>
            <pc:docMk/>
            <pc:sldMk cId="4148246880" sldId="703"/>
            <ac:spMk id="11" creationId="{76037D00-21C8-4125-A5EA-8EDDE4E37C3A}"/>
          </ac:spMkLst>
        </pc:spChg>
      </pc:sldChg>
      <pc:sldChg chg="addSp modSp">
        <pc:chgData name="Maaret" userId="ecc851b5-bf16-4ad7-80d9-5ddb8e10cea7" providerId="ADAL" clId="{9BC094F1-C879-4E48-8A82-E8EC13AB30E5}" dt="2021-09-06T13:19:37.123" v="3"/>
        <pc:sldMkLst>
          <pc:docMk/>
          <pc:sldMk cId="4233089444" sldId="704"/>
        </pc:sldMkLst>
        <pc:spChg chg="add mod">
          <ac:chgData name="Maaret" userId="ecc851b5-bf16-4ad7-80d9-5ddb8e10cea7" providerId="ADAL" clId="{9BC094F1-C879-4E48-8A82-E8EC13AB30E5}" dt="2021-09-06T13:19:37.123" v="3"/>
          <ac:spMkLst>
            <pc:docMk/>
            <pc:sldMk cId="4233089444" sldId="704"/>
            <ac:spMk id="9" creationId="{2354E310-F4A9-4671-A311-A840FCD12AD8}"/>
          </ac:spMkLst>
        </pc:spChg>
        <pc:spChg chg="add mod">
          <ac:chgData name="Maaret" userId="ecc851b5-bf16-4ad7-80d9-5ddb8e10cea7" providerId="ADAL" clId="{9BC094F1-C879-4E48-8A82-E8EC13AB30E5}" dt="2021-09-06T13:19:37.123" v="3"/>
          <ac:spMkLst>
            <pc:docMk/>
            <pc:sldMk cId="4233089444" sldId="704"/>
            <ac:spMk id="10" creationId="{156DE939-CF67-4171-A7C5-ACA0BBC9A6B7}"/>
          </ac:spMkLst>
        </pc:spChg>
      </pc:sldChg>
      <pc:sldChg chg="addSp modSp">
        <pc:chgData name="Maaret" userId="ecc851b5-bf16-4ad7-80d9-5ddb8e10cea7" providerId="ADAL" clId="{9BC094F1-C879-4E48-8A82-E8EC13AB30E5}" dt="2021-09-06T13:19:40.547" v="4"/>
        <pc:sldMkLst>
          <pc:docMk/>
          <pc:sldMk cId="2669824841" sldId="705"/>
        </pc:sldMkLst>
        <pc:spChg chg="add mod">
          <ac:chgData name="Maaret" userId="ecc851b5-bf16-4ad7-80d9-5ddb8e10cea7" providerId="ADAL" clId="{9BC094F1-C879-4E48-8A82-E8EC13AB30E5}" dt="2021-09-06T13:19:40.547" v="4"/>
          <ac:spMkLst>
            <pc:docMk/>
            <pc:sldMk cId="2669824841" sldId="705"/>
            <ac:spMk id="9" creationId="{FD950026-962A-4A60-A7EB-A9671F3092B2}"/>
          </ac:spMkLst>
        </pc:spChg>
        <pc:spChg chg="add mod">
          <ac:chgData name="Maaret" userId="ecc851b5-bf16-4ad7-80d9-5ddb8e10cea7" providerId="ADAL" clId="{9BC094F1-C879-4E48-8A82-E8EC13AB30E5}" dt="2021-09-06T13:19:40.547" v="4"/>
          <ac:spMkLst>
            <pc:docMk/>
            <pc:sldMk cId="2669824841" sldId="705"/>
            <ac:spMk id="10" creationId="{82BB28DF-2CB6-4140-83A4-E28057184BA3}"/>
          </ac:spMkLst>
        </pc:spChg>
      </pc:sldChg>
      <pc:sldChg chg="addSp modSp">
        <pc:chgData name="Maaret" userId="ecc851b5-bf16-4ad7-80d9-5ddb8e10cea7" providerId="ADAL" clId="{9BC094F1-C879-4E48-8A82-E8EC13AB30E5}" dt="2021-09-06T13:19:43.945" v="5"/>
        <pc:sldMkLst>
          <pc:docMk/>
          <pc:sldMk cId="1084009678" sldId="706"/>
        </pc:sldMkLst>
        <pc:spChg chg="add mod">
          <ac:chgData name="Maaret" userId="ecc851b5-bf16-4ad7-80d9-5ddb8e10cea7" providerId="ADAL" clId="{9BC094F1-C879-4E48-8A82-E8EC13AB30E5}" dt="2021-09-06T13:19:43.945" v="5"/>
          <ac:spMkLst>
            <pc:docMk/>
            <pc:sldMk cId="1084009678" sldId="706"/>
            <ac:spMk id="11" creationId="{5AF32ED6-67C7-43B5-9CAD-3A4C7AFF4959}"/>
          </ac:spMkLst>
        </pc:spChg>
        <pc:spChg chg="add mod">
          <ac:chgData name="Maaret" userId="ecc851b5-bf16-4ad7-80d9-5ddb8e10cea7" providerId="ADAL" clId="{9BC094F1-C879-4E48-8A82-E8EC13AB30E5}" dt="2021-09-06T13:19:43.945" v="5"/>
          <ac:spMkLst>
            <pc:docMk/>
            <pc:sldMk cId="1084009678" sldId="706"/>
            <ac:spMk id="12" creationId="{DAA20290-9D69-48B9-8F29-E1E87151DD30}"/>
          </ac:spMkLst>
        </pc:spChg>
      </pc:sldChg>
      <pc:sldChg chg="addSp modSp">
        <pc:chgData name="Maaret" userId="ecc851b5-bf16-4ad7-80d9-5ddb8e10cea7" providerId="ADAL" clId="{9BC094F1-C879-4E48-8A82-E8EC13AB30E5}" dt="2021-09-06T13:24:30.284" v="11"/>
        <pc:sldMkLst>
          <pc:docMk/>
          <pc:sldMk cId="3725841451" sldId="709"/>
        </pc:sldMkLst>
        <pc:spChg chg="add mod">
          <ac:chgData name="Maaret" userId="ecc851b5-bf16-4ad7-80d9-5ddb8e10cea7" providerId="ADAL" clId="{9BC094F1-C879-4E48-8A82-E8EC13AB30E5}" dt="2021-09-06T13:24:30.284" v="11"/>
          <ac:spMkLst>
            <pc:docMk/>
            <pc:sldMk cId="3725841451" sldId="709"/>
            <ac:spMk id="4" creationId="{CA9A6E4D-C39E-4EC1-8DEF-9C50DFF65585}"/>
          </ac:spMkLst>
        </pc:spChg>
        <pc:picChg chg="add mod">
          <ac:chgData name="Maaret" userId="ecc851b5-bf16-4ad7-80d9-5ddb8e10cea7" providerId="ADAL" clId="{9BC094F1-C879-4E48-8A82-E8EC13AB30E5}" dt="2021-09-06T13:24:20.189" v="10"/>
          <ac:picMkLst>
            <pc:docMk/>
            <pc:sldMk cId="3725841451" sldId="709"/>
            <ac:picMk id="3" creationId="{A673FDCA-E2E9-49BC-99BD-AC4A415254A0}"/>
          </ac:picMkLst>
        </pc:picChg>
      </pc:sldChg>
      <pc:sldChg chg="addSp modSp">
        <pc:chgData name="Maaret" userId="ecc851b5-bf16-4ad7-80d9-5ddb8e10cea7" providerId="ADAL" clId="{9BC094F1-C879-4E48-8A82-E8EC13AB30E5}" dt="2021-09-06T13:23:26.505" v="9"/>
        <pc:sldMkLst>
          <pc:docMk/>
          <pc:sldMk cId="3206902614" sldId="714"/>
        </pc:sldMkLst>
        <pc:spChg chg="add mod">
          <ac:chgData name="Maaret" userId="ecc851b5-bf16-4ad7-80d9-5ddb8e10cea7" providerId="ADAL" clId="{9BC094F1-C879-4E48-8A82-E8EC13AB30E5}" dt="2021-09-06T13:23:26.505" v="9"/>
          <ac:spMkLst>
            <pc:docMk/>
            <pc:sldMk cId="3206902614" sldId="714"/>
            <ac:spMk id="5" creationId="{F3E73010-C878-4721-A0BD-D5C34083D50B}"/>
          </ac:spMkLst>
        </pc:spChg>
        <pc:picChg chg="add mod">
          <ac:chgData name="Maaret" userId="ecc851b5-bf16-4ad7-80d9-5ddb8e10cea7" providerId="ADAL" clId="{9BC094F1-C879-4E48-8A82-E8EC13AB30E5}" dt="2021-09-06T13:23:11.520" v="8"/>
          <ac:picMkLst>
            <pc:docMk/>
            <pc:sldMk cId="3206902614" sldId="714"/>
            <ac:picMk id="4" creationId="{3469A229-8DA1-4686-8442-6AB6021D8DDE}"/>
          </ac:picMkLst>
        </pc:picChg>
      </pc:sldChg>
      <pc:sldChg chg="addSp modSp modAnim">
        <pc:chgData name="Maaret" userId="ecc851b5-bf16-4ad7-80d9-5ddb8e10cea7" providerId="ADAL" clId="{9BC094F1-C879-4E48-8A82-E8EC13AB30E5}" dt="2021-09-06T13:21:17.001" v="7"/>
        <pc:sldMkLst>
          <pc:docMk/>
          <pc:sldMk cId="3899505959" sldId="715"/>
        </pc:sldMkLst>
        <pc:spChg chg="add mod">
          <ac:chgData name="Maaret" userId="ecc851b5-bf16-4ad7-80d9-5ddb8e10cea7" providerId="ADAL" clId="{9BC094F1-C879-4E48-8A82-E8EC13AB30E5}" dt="2021-09-06T13:20:28.178" v="6"/>
          <ac:spMkLst>
            <pc:docMk/>
            <pc:sldMk cId="3899505959" sldId="715"/>
            <ac:spMk id="17" creationId="{34B53877-55DC-43E5-AD59-ECD47A43598D}"/>
          </ac:spMkLst>
        </pc:spChg>
      </pc:sldChg>
      <pc:sldChg chg="addSp modSp">
        <pc:chgData name="Maaret" userId="ecc851b5-bf16-4ad7-80d9-5ddb8e10cea7" providerId="ADAL" clId="{9BC094F1-C879-4E48-8A82-E8EC13AB30E5}" dt="2021-09-06T13:42:54.253" v="16"/>
        <pc:sldMkLst>
          <pc:docMk/>
          <pc:sldMk cId="3526968331" sldId="723"/>
        </pc:sldMkLst>
        <pc:spChg chg="add mod">
          <ac:chgData name="Maaret" userId="ecc851b5-bf16-4ad7-80d9-5ddb8e10cea7" providerId="ADAL" clId="{9BC094F1-C879-4E48-8A82-E8EC13AB30E5}" dt="2021-09-06T13:42:54.253" v="16"/>
          <ac:spMkLst>
            <pc:docMk/>
            <pc:sldMk cId="3526968331" sldId="723"/>
            <ac:spMk id="3" creationId="{EB2ED2B3-6BCF-4868-ADC5-1D3996F288E2}"/>
          </ac:spMkLst>
        </pc:spChg>
      </pc:sldChg>
      <pc:sldChg chg="modNotesTx">
        <pc:chgData name="Maaret" userId="ecc851b5-bf16-4ad7-80d9-5ddb8e10cea7" providerId="ADAL" clId="{9BC094F1-C879-4E48-8A82-E8EC13AB30E5}" dt="2021-09-06T16:46:55.419" v="184"/>
        <pc:sldMkLst>
          <pc:docMk/>
          <pc:sldMk cId="683685023" sldId="725"/>
        </pc:sldMkLst>
      </pc:sldChg>
      <pc:sldChg chg="ord">
        <pc:chgData name="Maaret" userId="ecc851b5-bf16-4ad7-80d9-5ddb8e10cea7" providerId="ADAL" clId="{9BC094F1-C879-4E48-8A82-E8EC13AB30E5}" dt="2021-09-06T13:32:13.698" v="12"/>
        <pc:sldMkLst>
          <pc:docMk/>
          <pc:sldMk cId="1701879907" sldId="804"/>
        </pc:sldMkLst>
      </pc:sldChg>
      <pc:sldChg chg="add modNotesTx">
        <pc:chgData name="Maaret" userId="ecc851b5-bf16-4ad7-80d9-5ddb8e10cea7" providerId="ADAL" clId="{9BC094F1-C879-4E48-8A82-E8EC13AB30E5}" dt="2021-09-06T16:46:38.984" v="183" actId="20577"/>
        <pc:sldMkLst>
          <pc:docMk/>
          <pc:sldMk cId="1734315636" sldId="80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C610CB-60E7-4B4E-9252-4AF43DBEE313}" type="datetimeFigureOut">
              <a:rPr lang="en-US" smtClean="0"/>
              <a:t>2021-09-06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11A643-47AD-40D4-84D7-51F39DBF4F55}" type="slidenum">
              <a:rPr lang="en-US" smtClean="0"/>
              <a:t>‹#›</a:t>
            </a:fld>
            <a:endParaRPr lang="en-US"/>
          </a:p>
        </p:txBody>
      </p:sp>
    </p:spTree>
    <p:extLst>
      <p:ext uri="{BB962C8B-B14F-4D97-AF65-F5344CB8AC3E}">
        <p14:creationId xmlns:p14="http://schemas.microsoft.com/office/powerpoint/2010/main" val="2090188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enjoyable new arrivals as we were heading into lockdown and had to readjust our lives was a Netflix limited series. I learned about its existence as I saw multiple recommendations on my twitter feed, and found watching it a worthwhile way of passing time. The story of it is not an uplifting one, and today in this talk, we are not looking to put the storylines of this movie together with test automation. Instead, it made me realize I know very little of chess. In fact, so little that I did not know what the name of the movie means when I try translating it in my head to my local languages – after all, I am from Finland, and English is not my native language. </a:t>
            </a:r>
          </a:p>
          <a:p>
            <a:endParaRPr lang="en-US" dirty="0"/>
          </a:p>
        </p:txBody>
      </p:sp>
      <p:sp>
        <p:nvSpPr>
          <p:cNvPr id="4" name="Slide Number Placeholder 3"/>
          <p:cNvSpPr>
            <a:spLocks noGrp="1"/>
          </p:cNvSpPr>
          <p:nvPr>
            <p:ph type="sldNum" sz="quarter" idx="5"/>
          </p:nvPr>
        </p:nvSpPr>
        <p:spPr/>
        <p:txBody>
          <a:bodyPr/>
          <a:lstStyle/>
          <a:p>
            <a:fld id="{9A11A643-47AD-40D4-84D7-51F39DBF4F55}" type="slidenum">
              <a:rPr lang="en-US" smtClean="0"/>
              <a:t>2</a:t>
            </a:fld>
            <a:endParaRPr lang="en-US"/>
          </a:p>
        </p:txBody>
      </p:sp>
    </p:spTree>
    <p:extLst>
      <p:ext uri="{BB962C8B-B14F-4D97-AF65-F5344CB8AC3E}">
        <p14:creationId xmlns:p14="http://schemas.microsoft.com/office/powerpoint/2010/main" val="3954392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story of “automation is checking” is getting old and it is not serving us well for us being part of the picture of the future. </a:t>
            </a:r>
          </a:p>
          <a:p>
            <a:endParaRPr lang="en-US" dirty="0"/>
          </a:p>
          <a:p>
            <a:r>
              <a:rPr lang="en-US" dirty="0"/>
              <a:t>Multiple possible sacrifices, and I am encouraging one that we currently don’t always encourage! </a:t>
            </a:r>
          </a:p>
          <a:p>
            <a:endParaRPr lang="en-US" dirty="0"/>
          </a:p>
          <a:p>
            <a:r>
              <a:rPr lang="en-US" dirty="0"/>
              <a:t>Software Testing as game is not a game where you win your opponent, but you win on results together! The product not the programmer is the “opponent”. </a:t>
            </a:r>
          </a:p>
        </p:txBody>
      </p:sp>
      <p:sp>
        <p:nvSpPr>
          <p:cNvPr id="4" name="Slide Number Placeholder 3"/>
          <p:cNvSpPr>
            <a:spLocks noGrp="1"/>
          </p:cNvSpPr>
          <p:nvPr>
            <p:ph type="sldNum" sz="quarter" idx="5"/>
          </p:nvPr>
        </p:nvSpPr>
        <p:spPr/>
        <p:txBody>
          <a:bodyPr/>
          <a:lstStyle/>
          <a:p>
            <a:fld id="{9A11A643-47AD-40D4-84D7-51F39DBF4F55}" type="slidenum">
              <a:rPr lang="en-US" smtClean="0"/>
              <a:t>4</a:t>
            </a:fld>
            <a:endParaRPr lang="en-US"/>
          </a:p>
        </p:txBody>
      </p:sp>
    </p:spTree>
    <p:extLst>
      <p:ext uri="{BB962C8B-B14F-4D97-AF65-F5344CB8AC3E}">
        <p14:creationId xmlns:p14="http://schemas.microsoft.com/office/powerpoint/2010/main" val="8445635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level on an individual – split in ways that encourage agency and thus learning. We will need multiple people in teams. </a:t>
            </a:r>
          </a:p>
          <a:p>
            <a:r>
              <a:rPr lang="en-US" dirty="0"/>
              <a:t>“exceptional levels of collaboration” are unusual. </a:t>
            </a:r>
          </a:p>
        </p:txBody>
      </p:sp>
      <p:sp>
        <p:nvSpPr>
          <p:cNvPr id="4" name="Slide Number Placeholder 3"/>
          <p:cNvSpPr>
            <a:spLocks noGrp="1"/>
          </p:cNvSpPr>
          <p:nvPr>
            <p:ph type="sldNum" sz="quarter" idx="5"/>
          </p:nvPr>
        </p:nvSpPr>
        <p:spPr/>
        <p:txBody>
          <a:bodyPr/>
          <a:lstStyle/>
          <a:p>
            <a:fld id="{9A11A643-47AD-40D4-84D7-51F39DBF4F55}" type="slidenum">
              <a:rPr lang="en-US" smtClean="0"/>
              <a:t>6</a:t>
            </a:fld>
            <a:endParaRPr lang="en-US"/>
          </a:p>
        </p:txBody>
      </p:sp>
    </p:spTree>
    <p:extLst>
      <p:ext uri="{BB962C8B-B14F-4D97-AF65-F5344CB8AC3E}">
        <p14:creationId xmlns:p14="http://schemas.microsoft.com/office/powerpoint/2010/main" val="33131981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create that separation, you rely on extraordinary levels of collaboration, which I find are rare. </a:t>
            </a:r>
          </a:p>
          <a:p>
            <a:r>
              <a:rPr lang="en-US" dirty="0"/>
              <a:t>Tools: APIs (postman), excel (different data) </a:t>
            </a:r>
          </a:p>
          <a:p>
            <a:r>
              <a:rPr lang="en-US" dirty="0"/>
              <a:t>Most controversial? </a:t>
            </a:r>
          </a:p>
        </p:txBody>
      </p:sp>
      <p:sp>
        <p:nvSpPr>
          <p:cNvPr id="4" name="Slide Number Placeholder 3"/>
          <p:cNvSpPr>
            <a:spLocks noGrp="1"/>
          </p:cNvSpPr>
          <p:nvPr>
            <p:ph type="sldNum" sz="quarter" idx="5"/>
          </p:nvPr>
        </p:nvSpPr>
        <p:spPr/>
        <p:txBody>
          <a:bodyPr/>
          <a:lstStyle/>
          <a:p>
            <a:fld id="{9A11A643-47AD-40D4-84D7-51F39DBF4F55}" type="slidenum">
              <a:rPr lang="en-US" smtClean="0"/>
              <a:t>10</a:t>
            </a:fld>
            <a:endParaRPr lang="en-US"/>
          </a:p>
        </p:txBody>
      </p:sp>
    </p:spTree>
    <p:extLst>
      <p:ext uri="{BB962C8B-B14F-4D97-AF65-F5344CB8AC3E}">
        <p14:creationId xmlns:p14="http://schemas.microsoft.com/office/powerpoint/2010/main" val="18322037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Software Testing as game is not a game where you win your opponent, but you win on results together! </a:t>
            </a:r>
            <a:r>
              <a:rPr lang="en-US"/>
              <a:t>The product not the programmer is the “opponent”. </a:t>
            </a:r>
          </a:p>
          <a:p>
            <a:endParaRPr lang="en-US"/>
          </a:p>
        </p:txBody>
      </p:sp>
      <p:sp>
        <p:nvSpPr>
          <p:cNvPr id="4" name="Slide Number Placeholder 3"/>
          <p:cNvSpPr>
            <a:spLocks noGrp="1"/>
          </p:cNvSpPr>
          <p:nvPr>
            <p:ph type="sldNum" sz="quarter" idx="5"/>
          </p:nvPr>
        </p:nvSpPr>
        <p:spPr/>
        <p:txBody>
          <a:bodyPr/>
          <a:lstStyle/>
          <a:p>
            <a:fld id="{9A11A643-47AD-40D4-84D7-51F39DBF4F55}" type="slidenum">
              <a:rPr lang="en-US" smtClean="0"/>
              <a:t>11</a:t>
            </a:fld>
            <a:endParaRPr lang="en-US"/>
          </a:p>
        </p:txBody>
      </p:sp>
    </p:spTree>
    <p:extLst>
      <p:ext uri="{BB962C8B-B14F-4D97-AF65-F5344CB8AC3E}">
        <p14:creationId xmlns:p14="http://schemas.microsoft.com/office/powerpoint/2010/main" val="6753460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Tester’s trap – complicated/interesting data or variables</a:t>
            </a:r>
          </a:p>
          <a:p>
            <a:r>
              <a:rPr lang="en-US" dirty="0"/>
              <a:t>Test case oriented people want to understand domain first</a:t>
            </a:r>
          </a:p>
        </p:txBody>
      </p:sp>
      <p:sp>
        <p:nvSpPr>
          <p:cNvPr id="4" name="Slide Number Placeholder 3"/>
          <p:cNvSpPr>
            <a:spLocks noGrp="1"/>
          </p:cNvSpPr>
          <p:nvPr>
            <p:ph type="sldNum" sz="quarter" idx="5"/>
          </p:nvPr>
        </p:nvSpPr>
        <p:spPr/>
        <p:txBody>
          <a:bodyPr/>
          <a:lstStyle/>
          <a:p>
            <a:fld id="{00C6101D-4955-2E49-AD11-CFDEC25BF6C4}" type="slidenum">
              <a:rPr lang="en-US" smtClean="0"/>
              <a:t>12</a:t>
            </a:fld>
            <a:endParaRPr lang="en-US"/>
          </a:p>
        </p:txBody>
      </p:sp>
    </p:spTree>
    <p:extLst>
      <p:ext uri="{BB962C8B-B14F-4D97-AF65-F5344CB8AC3E}">
        <p14:creationId xmlns:p14="http://schemas.microsoft.com/office/powerpoint/2010/main" val="18686714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9A6E2D-F83A-453F-8801-4077225DDC85}" type="slidenum">
              <a:rPr lang="en-US" smtClean="0"/>
              <a:t>13</a:t>
            </a:fld>
            <a:endParaRPr lang="en-US"/>
          </a:p>
        </p:txBody>
      </p:sp>
    </p:spTree>
    <p:extLst>
      <p:ext uri="{BB962C8B-B14F-4D97-AF65-F5344CB8AC3E}">
        <p14:creationId xmlns:p14="http://schemas.microsoft.com/office/powerpoint/2010/main" val="35716437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479A6E2D-F83A-453F-8801-4077225DDC85}" type="slidenum">
              <a:rPr lang="en-US" smtClean="0"/>
              <a:t>14</a:t>
            </a:fld>
            <a:endParaRPr lang="en-US"/>
          </a:p>
        </p:txBody>
      </p:sp>
    </p:spTree>
    <p:extLst>
      <p:ext uri="{BB962C8B-B14F-4D97-AF65-F5344CB8AC3E}">
        <p14:creationId xmlns:p14="http://schemas.microsoft.com/office/powerpoint/2010/main" val="32205919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how long it takes to create this. Learning is the investment in the background! </a:t>
            </a:r>
          </a:p>
        </p:txBody>
      </p:sp>
      <p:sp>
        <p:nvSpPr>
          <p:cNvPr id="4" name="Slide Number Placeholder 3"/>
          <p:cNvSpPr>
            <a:spLocks noGrp="1"/>
          </p:cNvSpPr>
          <p:nvPr>
            <p:ph type="sldNum" sz="quarter" idx="5"/>
          </p:nvPr>
        </p:nvSpPr>
        <p:spPr/>
        <p:txBody>
          <a:bodyPr/>
          <a:lstStyle/>
          <a:p>
            <a:fld id="{9A11A643-47AD-40D4-84D7-51F39DBF4F55}" type="slidenum">
              <a:rPr lang="en-US" smtClean="0"/>
              <a:t>17</a:t>
            </a:fld>
            <a:endParaRPr lang="en-US"/>
          </a:p>
        </p:txBody>
      </p:sp>
    </p:spTree>
    <p:extLst>
      <p:ext uri="{BB962C8B-B14F-4D97-AF65-F5344CB8AC3E}">
        <p14:creationId xmlns:p14="http://schemas.microsoft.com/office/powerpoint/2010/main" val="13899522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Iterative, incremental. Test Driven Testing. Intentional Programming. </a:t>
            </a:r>
          </a:p>
          <a:p>
            <a:r>
              <a:rPr lang="en-US" dirty="0"/>
              <a:t>Learning &amp; agency. Tie back to earlier discussion. </a:t>
            </a:r>
          </a:p>
        </p:txBody>
      </p:sp>
      <p:sp>
        <p:nvSpPr>
          <p:cNvPr id="4" name="Slide Number Placeholder 3"/>
          <p:cNvSpPr>
            <a:spLocks noGrp="1"/>
          </p:cNvSpPr>
          <p:nvPr>
            <p:ph type="sldNum" sz="quarter" idx="5"/>
          </p:nvPr>
        </p:nvSpPr>
        <p:spPr/>
        <p:txBody>
          <a:bodyPr/>
          <a:lstStyle/>
          <a:p>
            <a:fld id="{9A11A643-47AD-40D4-84D7-51F39DBF4F55}" type="slidenum">
              <a:rPr lang="en-US" smtClean="0"/>
              <a:t>21</a:t>
            </a:fld>
            <a:endParaRPr lang="en-US"/>
          </a:p>
        </p:txBody>
      </p:sp>
    </p:spTree>
    <p:extLst>
      <p:ext uri="{BB962C8B-B14F-4D97-AF65-F5344CB8AC3E}">
        <p14:creationId xmlns:p14="http://schemas.microsoft.com/office/powerpoint/2010/main" val="42901765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Extending reach: mention getting to a state and continuing. </a:t>
            </a:r>
          </a:p>
        </p:txBody>
      </p:sp>
      <p:sp>
        <p:nvSpPr>
          <p:cNvPr id="4" name="Slide Number Placeholder 3"/>
          <p:cNvSpPr>
            <a:spLocks noGrp="1"/>
          </p:cNvSpPr>
          <p:nvPr>
            <p:ph type="sldNum" sz="quarter" idx="5"/>
          </p:nvPr>
        </p:nvSpPr>
        <p:spPr/>
        <p:txBody>
          <a:bodyPr/>
          <a:lstStyle/>
          <a:p>
            <a:fld id="{00C6101D-4955-2E49-AD11-CFDEC25BF6C4}" type="slidenum">
              <a:rPr lang="en-US" smtClean="0"/>
              <a:t>23</a:t>
            </a:fld>
            <a:endParaRPr lang="en-US"/>
          </a:p>
        </p:txBody>
      </p:sp>
    </p:spTree>
    <p:extLst>
      <p:ext uri="{BB962C8B-B14F-4D97-AF65-F5344CB8AC3E}">
        <p14:creationId xmlns:p14="http://schemas.microsoft.com/office/powerpoint/2010/main" val="24211104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Creating information / data with testing and sometimes your tools do that while you are not attending to them. </a:t>
            </a:r>
          </a:p>
        </p:txBody>
      </p:sp>
      <p:sp>
        <p:nvSpPr>
          <p:cNvPr id="4" name="Slide Number Placeholder 3"/>
          <p:cNvSpPr>
            <a:spLocks noGrp="1"/>
          </p:cNvSpPr>
          <p:nvPr>
            <p:ph type="sldNum" sz="quarter" idx="5"/>
          </p:nvPr>
        </p:nvSpPr>
        <p:spPr/>
        <p:txBody>
          <a:bodyPr/>
          <a:lstStyle/>
          <a:p>
            <a:fld id="{9A11A643-47AD-40D4-84D7-51F39DBF4F55}" type="slidenum">
              <a:rPr lang="en-US" smtClean="0"/>
              <a:t>24</a:t>
            </a:fld>
            <a:endParaRPr lang="en-US"/>
          </a:p>
        </p:txBody>
      </p:sp>
    </p:spTree>
    <p:extLst>
      <p:ext uri="{BB962C8B-B14F-4D97-AF65-F5344CB8AC3E}">
        <p14:creationId xmlns:p14="http://schemas.microsoft.com/office/powerpoint/2010/main" val="34205380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favorite unit testing exploration: approvaltests. </a:t>
            </a:r>
          </a:p>
        </p:txBody>
      </p:sp>
      <p:sp>
        <p:nvSpPr>
          <p:cNvPr id="4" name="Slide Number Placeholder 3"/>
          <p:cNvSpPr>
            <a:spLocks noGrp="1"/>
          </p:cNvSpPr>
          <p:nvPr>
            <p:ph type="sldNum" sz="quarter" idx="5"/>
          </p:nvPr>
        </p:nvSpPr>
        <p:spPr/>
        <p:txBody>
          <a:bodyPr/>
          <a:lstStyle/>
          <a:p>
            <a:fld id="{9A11A643-47AD-40D4-84D7-51F39DBF4F55}" type="slidenum">
              <a:rPr lang="en-US" smtClean="0"/>
              <a:t>25</a:t>
            </a:fld>
            <a:endParaRPr lang="en-US"/>
          </a:p>
        </p:txBody>
      </p:sp>
    </p:spTree>
    <p:extLst>
      <p:ext uri="{BB962C8B-B14F-4D97-AF65-F5344CB8AC3E}">
        <p14:creationId xmlns:p14="http://schemas.microsoft.com/office/powerpoint/2010/main" val="6566355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Investing – some now, useful now. More later. </a:t>
            </a:r>
          </a:p>
        </p:txBody>
      </p:sp>
      <p:sp>
        <p:nvSpPr>
          <p:cNvPr id="4" name="Slide Number Placeholder 3"/>
          <p:cNvSpPr>
            <a:spLocks noGrp="1"/>
          </p:cNvSpPr>
          <p:nvPr>
            <p:ph type="sldNum" sz="quarter" idx="5"/>
          </p:nvPr>
        </p:nvSpPr>
        <p:spPr/>
        <p:txBody>
          <a:bodyPr/>
          <a:lstStyle/>
          <a:p>
            <a:fld id="{9A11A643-47AD-40D4-84D7-51F39DBF4F55}" type="slidenum">
              <a:rPr lang="en-US" smtClean="0"/>
              <a:t>26</a:t>
            </a:fld>
            <a:endParaRPr lang="en-US"/>
          </a:p>
        </p:txBody>
      </p:sp>
    </p:spTree>
    <p:extLst>
      <p:ext uri="{BB962C8B-B14F-4D97-AF65-F5344CB8AC3E}">
        <p14:creationId xmlns:p14="http://schemas.microsoft.com/office/powerpoint/2010/main" val="20822517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Gambit is an opening with a sacrifice. What is your opening and what is your end game?</a:t>
            </a:r>
          </a:p>
        </p:txBody>
      </p:sp>
      <p:sp>
        <p:nvSpPr>
          <p:cNvPr id="4" name="Slide Number Placeholder 3"/>
          <p:cNvSpPr>
            <a:spLocks noGrp="1"/>
          </p:cNvSpPr>
          <p:nvPr>
            <p:ph type="sldNum" sz="quarter" idx="5"/>
          </p:nvPr>
        </p:nvSpPr>
        <p:spPr/>
        <p:txBody>
          <a:bodyPr/>
          <a:lstStyle/>
          <a:p>
            <a:fld id="{9A11A643-47AD-40D4-84D7-51F39DBF4F55}" type="slidenum">
              <a:rPr lang="en-US" smtClean="0"/>
              <a:t>28</a:t>
            </a:fld>
            <a:endParaRPr lang="en-US"/>
          </a:p>
        </p:txBody>
      </p:sp>
    </p:spTree>
    <p:extLst>
      <p:ext uri="{BB962C8B-B14F-4D97-AF65-F5344CB8AC3E}">
        <p14:creationId xmlns:p14="http://schemas.microsoft.com/office/powerpoint/2010/main" val="26695003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3357A-5204-8C4E-8368-623D12BE5271}"/>
              </a:ext>
            </a:extLst>
          </p:cNvPr>
          <p:cNvSpPr>
            <a:spLocks noGrp="1"/>
          </p:cNvSpPr>
          <p:nvPr>
            <p:ph type="ctrTitle"/>
          </p:nvPr>
        </p:nvSpPr>
        <p:spPr>
          <a:xfrm>
            <a:off x="1524000" y="1122363"/>
            <a:ext cx="9144000" cy="2387600"/>
          </a:xfrm>
          <a:prstGeom prst="rect">
            <a:avLst/>
          </a:prstGeom>
        </p:spPr>
        <p:txBody>
          <a:bodyPr anchor="b">
            <a:normAutofit/>
          </a:bodyPr>
          <a:lstStyle>
            <a:lvl1pPr algn="l">
              <a:defRPr sz="4800">
                <a:solidFill>
                  <a:srgbClr val="111C4E"/>
                </a:solidFill>
              </a:defRPr>
            </a:lvl1pPr>
          </a:lstStyle>
          <a:p>
            <a:r>
              <a:rPr lang="en-GB" dirty="0"/>
              <a:t>Click to edit Master title style</a:t>
            </a:r>
            <a:endParaRPr lang="en-US" dirty="0"/>
          </a:p>
        </p:txBody>
      </p:sp>
      <p:sp>
        <p:nvSpPr>
          <p:cNvPr id="3" name="Subtitle 2">
            <a:extLst>
              <a:ext uri="{FF2B5EF4-FFF2-40B4-BE49-F238E27FC236}">
                <a16:creationId xmlns:a16="http://schemas.microsoft.com/office/drawing/2014/main" id="{D35FB803-8C03-5142-95F4-6F168F8B2716}"/>
              </a:ext>
            </a:extLst>
          </p:cNvPr>
          <p:cNvSpPr>
            <a:spLocks noGrp="1"/>
          </p:cNvSpPr>
          <p:nvPr>
            <p:ph type="subTitle" idx="1"/>
          </p:nvPr>
        </p:nvSpPr>
        <p:spPr>
          <a:xfrm>
            <a:off x="1524000" y="3602038"/>
            <a:ext cx="9144000" cy="1655762"/>
          </a:xfrm>
          <a:prstGeom prst="rect">
            <a:avLst/>
          </a:prstGeom>
        </p:spPr>
        <p:txBody>
          <a:bodyPr/>
          <a:lstStyle>
            <a:lvl1pPr marL="0" indent="0" algn="l">
              <a:buNone/>
              <a:defRPr sz="2400">
                <a:solidFill>
                  <a:srgbClr val="01CE7D"/>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4" name="Date Placeholder 3">
            <a:extLst>
              <a:ext uri="{FF2B5EF4-FFF2-40B4-BE49-F238E27FC236}">
                <a16:creationId xmlns:a16="http://schemas.microsoft.com/office/drawing/2014/main" id="{B4FD6C5E-49A7-1E43-B44E-C9A13939D2D5}"/>
              </a:ext>
            </a:extLst>
          </p:cNvPr>
          <p:cNvSpPr>
            <a:spLocks noGrp="1"/>
          </p:cNvSpPr>
          <p:nvPr>
            <p:ph type="dt" sz="half" idx="10"/>
          </p:nvPr>
        </p:nvSpPr>
        <p:spPr>
          <a:xfrm>
            <a:off x="838200" y="6356350"/>
            <a:ext cx="2743200" cy="365125"/>
          </a:xfrm>
          <a:prstGeom prst="rect">
            <a:avLst/>
          </a:prstGeom>
        </p:spPr>
        <p:txBody>
          <a:bodyPr/>
          <a:lstStyle/>
          <a:p>
            <a:fld id="{E3FEA9F3-B545-964A-8FFD-578E639A44AB}" type="datetimeFigureOut">
              <a:rPr lang="en-US" smtClean="0"/>
              <a:t>2021-09-06</a:t>
            </a:fld>
            <a:endParaRPr lang="en-US"/>
          </a:p>
        </p:txBody>
      </p:sp>
      <p:sp>
        <p:nvSpPr>
          <p:cNvPr id="5" name="Footer Placeholder 4">
            <a:extLst>
              <a:ext uri="{FF2B5EF4-FFF2-40B4-BE49-F238E27FC236}">
                <a16:creationId xmlns:a16="http://schemas.microsoft.com/office/drawing/2014/main" id="{9BAA8B9F-6407-0B4D-8431-525173A4A99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9F4F3FD-DF44-E44D-B9FA-80E1A8BD2B11}"/>
              </a:ext>
            </a:extLst>
          </p:cNvPr>
          <p:cNvSpPr>
            <a:spLocks noGrp="1"/>
          </p:cNvSpPr>
          <p:nvPr>
            <p:ph type="sldNum" sz="quarter" idx="12"/>
          </p:nvPr>
        </p:nvSpPr>
        <p:spPr>
          <a:xfrm>
            <a:off x="8610600" y="6356350"/>
            <a:ext cx="2743200" cy="365125"/>
          </a:xfrm>
          <a:prstGeom prst="rect">
            <a:avLst/>
          </a:prstGeom>
        </p:spPr>
        <p:txBody>
          <a:bodyPr/>
          <a:lstStyle/>
          <a:p>
            <a:fld id="{05FEF0D8-EEDC-C245-9C6C-D62616493436}" type="slidenum">
              <a:rPr lang="en-US" smtClean="0"/>
              <a:t>‹#›</a:t>
            </a:fld>
            <a:endParaRPr lang="en-US"/>
          </a:p>
        </p:txBody>
      </p:sp>
    </p:spTree>
    <p:extLst>
      <p:ext uri="{BB962C8B-B14F-4D97-AF65-F5344CB8AC3E}">
        <p14:creationId xmlns:p14="http://schemas.microsoft.com/office/powerpoint/2010/main" val="25783152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9B2B7-6F7E-C243-B6D0-9D4F5AAD5A10}"/>
              </a:ext>
            </a:extLst>
          </p:cNvPr>
          <p:cNvSpPr>
            <a:spLocks noGrp="1"/>
          </p:cNvSpPr>
          <p:nvPr>
            <p:ph type="title"/>
          </p:nvPr>
        </p:nvSpPr>
        <p:spPr>
          <a:xfrm>
            <a:off x="838200" y="365125"/>
            <a:ext cx="10515600" cy="1325563"/>
          </a:xfrm>
          <a:prstGeom prst="rect">
            <a:avLst/>
          </a:prstGeom>
        </p:spPr>
        <p:txBody>
          <a:bodyPr>
            <a:normAutofit/>
          </a:bodyPr>
          <a:lstStyle>
            <a:lvl1pPr>
              <a:defRPr sz="3600"/>
            </a:lvl1p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D7F940DF-19D0-564E-961A-3CEB08370A68}"/>
              </a:ext>
            </a:extLst>
          </p:cNvPr>
          <p:cNvSpPr>
            <a:spLocks noGrp="1"/>
          </p:cNvSpPr>
          <p:nvPr>
            <p:ph idx="1"/>
          </p:nvPr>
        </p:nvSpPr>
        <p:spPr>
          <a:xfrm>
            <a:off x="838200" y="1825625"/>
            <a:ext cx="10515600" cy="4351338"/>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A9009F84-495E-9A4A-8EDE-3A74D1FC348B}"/>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06F8B22B-CED5-AE4F-9515-FDFEA490C75F}"/>
              </a:ext>
            </a:extLst>
          </p:cNvPr>
          <p:cNvSpPr>
            <a:spLocks noGrp="1"/>
          </p:cNvSpPr>
          <p:nvPr>
            <p:ph type="sldNum" sz="quarter" idx="12"/>
          </p:nvPr>
        </p:nvSpPr>
        <p:spPr>
          <a:xfrm>
            <a:off x="8610600" y="6356350"/>
            <a:ext cx="2743200" cy="365125"/>
          </a:xfrm>
          <a:prstGeom prst="rect">
            <a:avLst/>
          </a:prstGeom>
        </p:spPr>
        <p:txBody>
          <a:bodyPr/>
          <a:lstStyle/>
          <a:p>
            <a:fld id="{05FEF0D8-EEDC-C245-9C6C-D62616493436}" type="slidenum">
              <a:rPr lang="en-US" smtClean="0"/>
              <a:t>‹#›</a:t>
            </a:fld>
            <a:endParaRPr lang="en-US"/>
          </a:p>
        </p:txBody>
      </p:sp>
    </p:spTree>
    <p:extLst>
      <p:ext uri="{BB962C8B-B14F-4D97-AF65-F5344CB8AC3E}">
        <p14:creationId xmlns:p14="http://schemas.microsoft.com/office/powerpoint/2010/main" val="3953454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DD642E0-E187-3A41-9AB3-B2619EC0E64A}"/>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0A29B2B7-6F7E-C243-B6D0-9D4F5AAD5A10}"/>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7F940DF-19D0-564E-961A-3CEB08370A68}"/>
              </a:ext>
            </a:extLst>
          </p:cNvPr>
          <p:cNvSpPr>
            <a:spLocks noGrp="1"/>
          </p:cNvSpPr>
          <p:nvPr>
            <p:ph idx="1"/>
          </p:nvPr>
        </p:nvSpPr>
        <p:spPr>
          <a:xfrm>
            <a:off x="838200" y="1825625"/>
            <a:ext cx="10515600" cy="435133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ADF50F9-AF98-BC4B-9472-07FC876D2EC4}"/>
              </a:ext>
            </a:extLst>
          </p:cNvPr>
          <p:cNvSpPr>
            <a:spLocks noGrp="1"/>
          </p:cNvSpPr>
          <p:nvPr>
            <p:ph type="dt" sz="half" idx="10"/>
          </p:nvPr>
        </p:nvSpPr>
        <p:spPr>
          <a:xfrm>
            <a:off x="838200" y="6356350"/>
            <a:ext cx="2743200" cy="365125"/>
          </a:xfrm>
          <a:prstGeom prst="rect">
            <a:avLst/>
          </a:prstGeom>
        </p:spPr>
        <p:txBody>
          <a:bodyPr/>
          <a:lstStyle/>
          <a:p>
            <a:fld id="{E3FEA9F3-B545-964A-8FFD-578E639A44AB}" type="datetimeFigureOut">
              <a:rPr lang="en-US" smtClean="0"/>
              <a:t>2021-09-06</a:t>
            </a:fld>
            <a:endParaRPr lang="en-US"/>
          </a:p>
        </p:txBody>
      </p:sp>
      <p:sp>
        <p:nvSpPr>
          <p:cNvPr id="5" name="Footer Placeholder 4">
            <a:extLst>
              <a:ext uri="{FF2B5EF4-FFF2-40B4-BE49-F238E27FC236}">
                <a16:creationId xmlns:a16="http://schemas.microsoft.com/office/drawing/2014/main" id="{A9009F84-495E-9A4A-8EDE-3A74D1FC348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6F8B22B-CED5-AE4F-9515-FDFEA490C75F}"/>
              </a:ext>
            </a:extLst>
          </p:cNvPr>
          <p:cNvSpPr>
            <a:spLocks noGrp="1"/>
          </p:cNvSpPr>
          <p:nvPr>
            <p:ph type="sldNum" sz="quarter" idx="12"/>
          </p:nvPr>
        </p:nvSpPr>
        <p:spPr>
          <a:xfrm>
            <a:off x="8610600" y="6356350"/>
            <a:ext cx="2743200" cy="365125"/>
          </a:xfrm>
          <a:prstGeom prst="rect">
            <a:avLst/>
          </a:prstGeom>
        </p:spPr>
        <p:txBody>
          <a:bodyPr/>
          <a:lstStyle/>
          <a:p>
            <a:fld id="{05FEF0D8-EEDC-C245-9C6C-D62616493436}" type="slidenum">
              <a:rPr lang="en-US" smtClean="0"/>
              <a:t>‹#›</a:t>
            </a:fld>
            <a:endParaRPr lang="en-US"/>
          </a:p>
        </p:txBody>
      </p:sp>
    </p:spTree>
    <p:extLst>
      <p:ext uri="{BB962C8B-B14F-4D97-AF65-F5344CB8AC3E}">
        <p14:creationId xmlns:p14="http://schemas.microsoft.com/office/powerpoint/2010/main" val="3465613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C75CE-FC3E-7447-B85C-C052D5627398}"/>
              </a:ext>
            </a:extLst>
          </p:cNvPr>
          <p:cNvSpPr>
            <a:spLocks noGrp="1"/>
          </p:cNvSpPr>
          <p:nvPr>
            <p:ph type="title"/>
          </p:nvPr>
        </p:nvSpPr>
        <p:spPr>
          <a:xfrm>
            <a:off x="831850" y="1709738"/>
            <a:ext cx="10515600" cy="2852737"/>
          </a:xfrm>
          <a:prstGeom prst="rect">
            <a:avLst/>
          </a:prstGeom>
        </p:spPr>
        <p:txBody>
          <a:bodyPr anchor="b">
            <a:normAutofit/>
          </a:bodyPr>
          <a:lstStyle>
            <a:lvl1pPr>
              <a:defRPr sz="4800"/>
            </a:lvl1p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BF621473-6F1F-3C40-98F5-326914D842BD}"/>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rgbClr val="01CE7D"/>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dirty="0"/>
              <a:t>Click to edit Master text styles</a:t>
            </a:r>
          </a:p>
        </p:txBody>
      </p:sp>
      <p:sp>
        <p:nvSpPr>
          <p:cNvPr id="4" name="Date Placeholder 3">
            <a:extLst>
              <a:ext uri="{FF2B5EF4-FFF2-40B4-BE49-F238E27FC236}">
                <a16:creationId xmlns:a16="http://schemas.microsoft.com/office/drawing/2014/main" id="{42405B64-3215-D546-94DB-A9D07C5E84D2}"/>
              </a:ext>
            </a:extLst>
          </p:cNvPr>
          <p:cNvSpPr>
            <a:spLocks noGrp="1"/>
          </p:cNvSpPr>
          <p:nvPr>
            <p:ph type="dt" sz="half" idx="10"/>
          </p:nvPr>
        </p:nvSpPr>
        <p:spPr>
          <a:xfrm>
            <a:off x="838200" y="6356350"/>
            <a:ext cx="2743200" cy="365125"/>
          </a:xfrm>
          <a:prstGeom prst="rect">
            <a:avLst/>
          </a:prstGeom>
        </p:spPr>
        <p:txBody>
          <a:bodyPr/>
          <a:lstStyle/>
          <a:p>
            <a:fld id="{E3FEA9F3-B545-964A-8FFD-578E639A44AB}" type="datetimeFigureOut">
              <a:rPr lang="en-US" smtClean="0"/>
              <a:t>2021-09-06</a:t>
            </a:fld>
            <a:endParaRPr lang="en-US"/>
          </a:p>
        </p:txBody>
      </p:sp>
      <p:sp>
        <p:nvSpPr>
          <p:cNvPr id="5" name="Footer Placeholder 4">
            <a:extLst>
              <a:ext uri="{FF2B5EF4-FFF2-40B4-BE49-F238E27FC236}">
                <a16:creationId xmlns:a16="http://schemas.microsoft.com/office/drawing/2014/main" id="{BE6D9268-AD4D-E94A-8211-54DC95822B5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B23E40D-B54B-454C-891C-1C8E57514225}"/>
              </a:ext>
            </a:extLst>
          </p:cNvPr>
          <p:cNvSpPr>
            <a:spLocks noGrp="1"/>
          </p:cNvSpPr>
          <p:nvPr>
            <p:ph type="sldNum" sz="quarter" idx="12"/>
          </p:nvPr>
        </p:nvSpPr>
        <p:spPr>
          <a:xfrm>
            <a:off x="8610600" y="6356350"/>
            <a:ext cx="2743200" cy="365125"/>
          </a:xfrm>
          <a:prstGeom prst="rect">
            <a:avLst/>
          </a:prstGeom>
        </p:spPr>
        <p:txBody>
          <a:bodyPr/>
          <a:lstStyle/>
          <a:p>
            <a:fld id="{05FEF0D8-EEDC-C245-9C6C-D62616493436}" type="slidenum">
              <a:rPr lang="en-US" smtClean="0"/>
              <a:t>‹#›</a:t>
            </a:fld>
            <a:endParaRPr lang="en-US"/>
          </a:p>
        </p:txBody>
      </p:sp>
    </p:spTree>
    <p:extLst>
      <p:ext uri="{BB962C8B-B14F-4D97-AF65-F5344CB8AC3E}">
        <p14:creationId xmlns:p14="http://schemas.microsoft.com/office/powerpoint/2010/main" val="1330278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DA732-8315-5049-A5C4-018C0326CFD7}"/>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4E198A9-1C8D-EA46-8A50-CA08B64E03BB}"/>
              </a:ext>
            </a:extLst>
          </p:cNvPr>
          <p:cNvSpPr>
            <a:spLocks noGrp="1"/>
          </p:cNvSpPr>
          <p:nvPr>
            <p:ph sz="half" idx="1"/>
          </p:nvPr>
        </p:nvSpPr>
        <p:spPr>
          <a:xfrm>
            <a:off x="838200" y="1825625"/>
            <a:ext cx="5181600" cy="4351338"/>
          </a:xfrm>
          <a:prstGeom prst="rect">
            <a:avLst/>
          </a:prstGeom>
        </p:spPr>
        <p:txBody>
          <a:bodyPr>
            <a:normAutofit/>
          </a:bodyPr>
          <a:lstStyle>
            <a:lvl1pPr>
              <a:defRPr sz="2400"/>
            </a:lvl1pPr>
            <a:lvl2pPr>
              <a:defRPr sz="2000"/>
            </a:lvl2pPr>
            <a:lvl3pPr>
              <a:defRPr sz="1800"/>
            </a:lvl3pPr>
            <a:lvl4pPr>
              <a:defRPr sz="1600"/>
            </a:lvl4pPr>
            <a:lvl5pPr>
              <a:defRPr sz="16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Content Placeholder 3">
            <a:extLst>
              <a:ext uri="{FF2B5EF4-FFF2-40B4-BE49-F238E27FC236}">
                <a16:creationId xmlns:a16="http://schemas.microsoft.com/office/drawing/2014/main" id="{C3A14BBA-B08C-EC4E-96B8-FA4948B5CD21}"/>
              </a:ext>
            </a:extLst>
          </p:cNvPr>
          <p:cNvSpPr>
            <a:spLocks noGrp="1"/>
          </p:cNvSpPr>
          <p:nvPr>
            <p:ph sz="half" idx="2"/>
          </p:nvPr>
        </p:nvSpPr>
        <p:spPr>
          <a:xfrm>
            <a:off x="6172200" y="1825625"/>
            <a:ext cx="5181600" cy="4351338"/>
          </a:xfrm>
          <a:prstGeom prst="rect">
            <a:avLst/>
          </a:prstGeom>
        </p:spPr>
        <p:txBody>
          <a:bodyPr>
            <a:normAutofit/>
          </a:bodyPr>
          <a:lstStyle>
            <a:lvl1pPr>
              <a:defRPr sz="2400"/>
            </a:lvl1pPr>
            <a:lvl2pPr>
              <a:defRPr sz="2000"/>
            </a:lvl2pPr>
            <a:lvl3pPr>
              <a:defRPr sz="1800"/>
            </a:lvl3pPr>
            <a:lvl4pPr>
              <a:defRPr sz="1600"/>
            </a:lvl4pPr>
            <a:lvl5pPr>
              <a:defRPr sz="16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Date Placeholder 4">
            <a:extLst>
              <a:ext uri="{FF2B5EF4-FFF2-40B4-BE49-F238E27FC236}">
                <a16:creationId xmlns:a16="http://schemas.microsoft.com/office/drawing/2014/main" id="{C3F3DD3B-F84E-784E-BBC7-ABC61AF65FD3}"/>
              </a:ext>
            </a:extLst>
          </p:cNvPr>
          <p:cNvSpPr>
            <a:spLocks noGrp="1"/>
          </p:cNvSpPr>
          <p:nvPr>
            <p:ph type="dt" sz="half" idx="10"/>
          </p:nvPr>
        </p:nvSpPr>
        <p:spPr>
          <a:xfrm>
            <a:off x="838200" y="6356350"/>
            <a:ext cx="2743200" cy="365125"/>
          </a:xfrm>
          <a:prstGeom prst="rect">
            <a:avLst/>
          </a:prstGeom>
        </p:spPr>
        <p:txBody>
          <a:bodyPr/>
          <a:lstStyle/>
          <a:p>
            <a:fld id="{E3FEA9F3-B545-964A-8FFD-578E639A44AB}" type="datetimeFigureOut">
              <a:rPr lang="en-US" smtClean="0"/>
              <a:t>2021-09-06</a:t>
            </a:fld>
            <a:endParaRPr lang="en-US"/>
          </a:p>
        </p:txBody>
      </p:sp>
      <p:sp>
        <p:nvSpPr>
          <p:cNvPr id="6" name="Footer Placeholder 5">
            <a:extLst>
              <a:ext uri="{FF2B5EF4-FFF2-40B4-BE49-F238E27FC236}">
                <a16:creationId xmlns:a16="http://schemas.microsoft.com/office/drawing/2014/main" id="{91962D86-61CE-D344-855B-6DC892B5659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AB36C35A-9044-7740-87EF-63064D10F573}"/>
              </a:ext>
            </a:extLst>
          </p:cNvPr>
          <p:cNvSpPr>
            <a:spLocks noGrp="1"/>
          </p:cNvSpPr>
          <p:nvPr>
            <p:ph type="sldNum" sz="quarter" idx="12"/>
          </p:nvPr>
        </p:nvSpPr>
        <p:spPr>
          <a:xfrm>
            <a:off x="8610600" y="6356350"/>
            <a:ext cx="2743200" cy="365125"/>
          </a:xfrm>
          <a:prstGeom prst="rect">
            <a:avLst/>
          </a:prstGeom>
        </p:spPr>
        <p:txBody>
          <a:bodyPr/>
          <a:lstStyle/>
          <a:p>
            <a:fld id="{05FEF0D8-EEDC-C245-9C6C-D62616493436}" type="slidenum">
              <a:rPr lang="en-US" smtClean="0"/>
              <a:t>‹#›</a:t>
            </a:fld>
            <a:endParaRPr lang="en-US"/>
          </a:p>
        </p:txBody>
      </p:sp>
    </p:spTree>
    <p:extLst>
      <p:ext uri="{BB962C8B-B14F-4D97-AF65-F5344CB8AC3E}">
        <p14:creationId xmlns:p14="http://schemas.microsoft.com/office/powerpoint/2010/main" val="3647108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C0F14-6FCE-2C4C-B65B-CB739114B8ED}"/>
              </a:ext>
            </a:extLst>
          </p:cNvPr>
          <p:cNvSpPr>
            <a:spLocks noGrp="1"/>
          </p:cNvSpPr>
          <p:nvPr>
            <p:ph type="title"/>
          </p:nvPr>
        </p:nvSpPr>
        <p:spPr>
          <a:xfrm>
            <a:off x="839788" y="365125"/>
            <a:ext cx="10515600" cy="1325563"/>
          </a:xfrm>
          <a:prstGeom prst="rect">
            <a:avLst/>
          </a:prstGeo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F73D12C-223C-8049-B6FC-D345BE30FD5D}"/>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987838D-5707-0447-9980-5F234F050B2D}"/>
              </a:ext>
            </a:extLst>
          </p:cNvPr>
          <p:cNvSpPr>
            <a:spLocks noGrp="1"/>
          </p:cNvSpPr>
          <p:nvPr>
            <p:ph sz="half" idx="2"/>
          </p:nvPr>
        </p:nvSpPr>
        <p:spPr>
          <a:xfrm>
            <a:off x="839788" y="2505075"/>
            <a:ext cx="5157787" cy="3684588"/>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Text Placeholder 4">
            <a:extLst>
              <a:ext uri="{FF2B5EF4-FFF2-40B4-BE49-F238E27FC236}">
                <a16:creationId xmlns:a16="http://schemas.microsoft.com/office/drawing/2014/main" id="{29B7CD68-6EBC-2F43-B6E7-255E74C5C825}"/>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C03D2C7-EE3E-4343-9846-8DE205BE8B0A}"/>
              </a:ext>
            </a:extLst>
          </p:cNvPr>
          <p:cNvSpPr>
            <a:spLocks noGrp="1"/>
          </p:cNvSpPr>
          <p:nvPr>
            <p:ph sz="quarter" idx="4"/>
          </p:nvPr>
        </p:nvSpPr>
        <p:spPr>
          <a:xfrm>
            <a:off x="6172200" y="2505075"/>
            <a:ext cx="5183188" cy="3684588"/>
          </a:xfrm>
          <a:prstGeom prst="rect">
            <a:avLst/>
          </a:prstGeom>
        </p:spPr>
        <p:txBody>
          <a:bodyPr>
            <a:normAutofit/>
          </a:bodyPr>
          <a:lstStyle>
            <a:lvl1pPr>
              <a:defRPr sz="2000"/>
            </a:lvl1pPr>
            <a:lvl2pPr>
              <a:defRPr sz="1800"/>
            </a:lvl2pPr>
            <a:lvl3pPr>
              <a:defRPr sz="1600"/>
            </a:lvl3pPr>
            <a:lvl4pPr>
              <a:defRPr sz="1400"/>
            </a:lvl4pPr>
            <a:lvl5pPr>
              <a:defRPr sz="14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Date Placeholder 6">
            <a:extLst>
              <a:ext uri="{FF2B5EF4-FFF2-40B4-BE49-F238E27FC236}">
                <a16:creationId xmlns:a16="http://schemas.microsoft.com/office/drawing/2014/main" id="{74437B3F-AAE9-C34B-BD88-695A304EE9B8}"/>
              </a:ext>
            </a:extLst>
          </p:cNvPr>
          <p:cNvSpPr>
            <a:spLocks noGrp="1"/>
          </p:cNvSpPr>
          <p:nvPr>
            <p:ph type="dt" sz="half" idx="10"/>
          </p:nvPr>
        </p:nvSpPr>
        <p:spPr>
          <a:xfrm>
            <a:off x="838200" y="6356350"/>
            <a:ext cx="2743200" cy="365125"/>
          </a:xfrm>
          <a:prstGeom prst="rect">
            <a:avLst/>
          </a:prstGeom>
        </p:spPr>
        <p:txBody>
          <a:bodyPr/>
          <a:lstStyle/>
          <a:p>
            <a:fld id="{E3FEA9F3-B545-964A-8FFD-578E639A44AB}" type="datetimeFigureOut">
              <a:rPr lang="en-US" smtClean="0"/>
              <a:t>2021-09-06</a:t>
            </a:fld>
            <a:endParaRPr lang="en-US"/>
          </a:p>
        </p:txBody>
      </p:sp>
      <p:sp>
        <p:nvSpPr>
          <p:cNvPr id="8" name="Footer Placeholder 7">
            <a:extLst>
              <a:ext uri="{FF2B5EF4-FFF2-40B4-BE49-F238E27FC236}">
                <a16:creationId xmlns:a16="http://schemas.microsoft.com/office/drawing/2014/main" id="{F1F16480-40A9-844B-BA52-2BF9342C6A1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205B7DFF-350B-3145-BCAD-EAAD44958614}"/>
              </a:ext>
            </a:extLst>
          </p:cNvPr>
          <p:cNvSpPr>
            <a:spLocks noGrp="1"/>
          </p:cNvSpPr>
          <p:nvPr>
            <p:ph type="sldNum" sz="quarter" idx="12"/>
          </p:nvPr>
        </p:nvSpPr>
        <p:spPr>
          <a:xfrm>
            <a:off x="8610600" y="6356350"/>
            <a:ext cx="2743200" cy="365125"/>
          </a:xfrm>
          <a:prstGeom prst="rect">
            <a:avLst/>
          </a:prstGeom>
        </p:spPr>
        <p:txBody>
          <a:bodyPr/>
          <a:lstStyle/>
          <a:p>
            <a:fld id="{05FEF0D8-EEDC-C245-9C6C-D62616493436}" type="slidenum">
              <a:rPr lang="en-US" smtClean="0"/>
              <a:t>‹#›</a:t>
            </a:fld>
            <a:endParaRPr lang="en-US"/>
          </a:p>
        </p:txBody>
      </p:sp>
    </p:spTree>
    <p:extLst>
      <p:ext uri="{BB962C8B-B14F-4D97-AF65-F5344CB8AC3E}">
        <p14:creationId xmlns:p14="http://schemas.microsoft.com/office/powerpoint/2010/main" val="300596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3350E-F287-3642-B24A-4023D11E3BB4}"/>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D10373B-2D4C-1341-BDAD-C044CDC612EE}"/>
              </a:ext>
            </a:extLst>
          </p:cNvPr>
          <p:cNvSpPr>
            <a:spLocks noGrp="1"/>
          </p:cNvSpPr>
          <p:nvPr>
            <p:ph type="dt" sz="half" idx="10"/>
          </p:nvPr>
        </p:nvSpPr>
        <p:spPr>
          <a:xfrm>
            <a:off x="838200" y="6356350"/>
            <a:ext cx="2743200" cy="365125"/>
          </a:xfrm>
          <a:prstGeom prst="rect">
            <a:avLst/>
          </a:prstGeom>
        </p:spPr>
        <p:txBody>
          <a:bodyPr/>
          <a:lstStyle/>
          <a:p>
            <a:fld id="{E3FEA9F3-B545-964A-8FFD-578E639A44AB}" type="datetimeFigureOut">
              <a:rPr lang="en-US" smtClean="0"/>
              <a:t>2021-09-06</a:t>
            </a:fld>
            <a:endParaRPr lang="en-US"/>
          </a:p>
        </p:txBody>
      </p:sp>
      <p:sp>
        <p:nvSpPr>
          <p:cNvPr id="4" name="Footer Placeholder 3">
            <a:extLst>
              <a:ext uri="{FF2B5EF4-FFF2-40B4-BE49-F238E27FC236}">
                <a16:creationId xmlns:a16="http://schemas.microsoft.com/office/drawing/2014/main" id="{419F4E0E-323D-1C47-B2B8-D1BC0A5926E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122B594D-ECC5-BC4A-B6F8-6A2B5666E724}"/>
              </a:ext>
            </a:extLst>
          </p:cNvPr>
          <p:cNvSpPr>
            <a:spLocks noGrp="1"/>
          </p:cNvSpPr>
          <p:nvPr>
            <p:ph type="sldNum" sz="quarter" idx="12"/>
          </p:nvPr>
        </p:nvSpPr>
        <p:spPr>
          <a:xfrm>
            <a:off x="8610600" y="6356350"/>
            <a:ext cx="2743200" cy="365125"/>
          </a:xfrm>
          <a:prstGeom prst="rect">
            <a:avLst/>
          </a:prstGeom>
        </p:spPr>
        <p:txBody>
          <a:bodyPr/>
          <a:lstStyle/>
          <a:p>
            <a:fld id="{05FEF0D8-EEDC-C245-9C6C-D62616493436}" type="slidenum">
              <a:rPr lang="en-US" smtClean="0"/>
              <a:t>‹#›</a:t>
            </a:fld>
            <a:endParaRPr lang="en-US"/>
          </a:p>
        </p:txBody>
      </p:sp>
    </p:spTree>
    <p:extLst>
      <p:ext uri="{BB962C8B-B14F-4D97-AF65-F5344CB8AC3E}">
        <p14:creationId xmlns:p14="http://schemas.microsoft.com/office/powerpoint/2010/main" val="12385200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0672-2087-2346-9E0C-6412CCB50390}"/>
              </a:ext>
            </a:extLst>
          </p:cNvPr>
          <p:cNvSpPr>
            <a:spLocks noGrp="1"/>
          </p:cNvSpPr>
          <p:nvPr>
            <p:ph type="dt" sz="half" idx="10"/>
          </p:nvPr>
        </p:nvSpPr>
        <p:spPr>
          <a:xfrm>
            <a:off x="838200" y="6356350"/>
            <a:ext cx="2743200" cy="365125"/>
          </a:xfrm>
          <a:prstGeom prst="rect">
            <a:avLst/>
          </a:prstGeom>
        </p:spPr>
        <p:txBody>
          <a:bodyPr/>
          <a:lstStyle/>
          <a:p>
            <a:fld id="{E3FEA9F3-B545-964A-8FFD-578E639A44AB}" type="datetimeFigureOut">
              <a:rPr lang="en-US" smtClean="0"/>
              <a:t>2021-09-06</a:t>
            </a:fld>
            <a:endParaRPr lang="en-US"/>
          </a:p>
        </p:txBody>
      </p:sp>
      <p:sp>
        <p:nvSpPr>
          <p:cNvPr id="3" name="Footer Placeholder 2">
            <a:extLst>
              <a:ext uri="{FF2B5EF4-FFF2-40B4-BE49-F238E27FC236}">
                <a16:creationId xmlns:a16="http://schemas.microsoft.com/office/drawing/2014/main" id="{36922B17-E65F-E84E-BA54-AEFA33745CB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25BA2700-1F03-C443-B1EA-110B08C3F4B3}"/>
              </a:ext>
            </a:extLst>
          </p:cNvPr>
          <p:cNvSpPr>
            <a:spLocks noGrp="1"/>
          </p:cNvSpPr>
          <p:nvPr>
            <p:ph type="sldNum" sz="quarter" idx="12"/>
          </p:nvPr>
        </p:nvSpPr>
        <p:spPr>
          <a:xfrm>
            <a:off x="8610600" y="6356350"/>
            <a:ext cx="2743200" cy="365125"/>
          </a:xfrm>
          <a:prstGeom prst="rect">
            <a:avLst/>
          </a:prstGeom>
        </p:spPr>
        <p:txBody>
          <a:bodyPr/>
          <a:lstStyle/>
          <a:p>
            <a:fld id="{05FEF0D8-EEDC-C245-9C6C-D62616493436}" type="slidenum">
              <a:rPr lang="en-US" smtClean="0"/>
              <a:t>‹#›</a:t>
            </a:fld>
            <a:endParaRPr lang="en-US"/>
          </a:p>
        </p:txBody>
      </p:sp>
    </p:spTree>
    <p:extLst>
      <p:ext uri="{BB962C8B-B14F-4D97-AF65-F5344CB8AC3E}">
        <p14:creationId xmlns:p14="http://schemas.microsoft.com/office/powerpoint/2010/main" val="689056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1841E-29A8-4040-9855-8577F0BC4F1C}"/>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3284183-7275-A64E-B1AE-D59116F671D9}"/>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5389DE41-E9F9-994E-B674-660AB6B7B39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4DB5B87-76DF-0C4B-9F56-C0F1C14E551D}"/>
              </a:ext>
            </a:extLst>
          </p:cNvPr>
          <p:cNvSpPr>
            <a:spLocks noGrp="1"/>
          </p:cNvSpPr>
          <p:nvPr>
            <p:ph type="dt" sz="half" idx="10"/>
          </p:nvPr>
        </p:nvSpPr>
        <p:spPr>
          <a:xfrm>
            <a:off x="838200" y="6356350"/>
            <a:ext cx="2743200" cy="365125"/>
          </a:xfrm>
          <a:prstGeom prst="rect">
            <a:avLst/>
          </a:prstGeom>
        </p:spPr>
        <p:txBody>
          <a:bodyPr/>
          <a:lstStyle/>
          <a:p>
            <a:fld id="{E3FEA9F3-B545-964A-8FFD-578E639A44AB}" type="datetimeFigureOut">
              <a:rPr lang="en-US" smtClean="0"/>
              <a:t>2021-09-06</a:t>
            </a:fld>
            <a:endParaRPr lang="en-US"/>
          </a:p>
        </p:txBody>
      </p:sp>
      <p:sp>
        <p:nvSpPr>
          <p:cNvPr id="6" name="Footer Placeholder 5">
            <a:extLst>
              <a:ext uri="{FF2B5EF4-FFF2-40B4-BE49-F238E27FC236}">
                <a16:creationId xmlns:a16="http://schemas.microsoft.com/office/drawing/2014/main" id="{E7634563-DDF3-834B-8CE1-D868A28011A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5307EC18-10E9-9A4A-8B38-2A7AD7B9D072}"/>
              </a:ext>
            </a:extLst>
          </p:cNvPr>
          <p:cNvSpPr>
            <a:spLocks noGrp="1"/>
          </p:cNvSpPr>
          <p:nvPr>
            <p:ph type="sldNum" sz="quarter" idx="12"/>
          </p:nvPr>
        </p:nvSpPr>
        <p:spPr>
          <a:xfrm>
            <a:off x="8610600" y="6356350"/>
            <a:ext cx="2743200" cy="365125"/>
          </a:xfrm>
          <a:prstGeom prst="rect">
            <a:avLst/>
          </a:prstGeom>
        </p:spPr>
        <p:txBody>
          <a:bodyPr/>
          <a:lstStyle/>
          <a:p>
            <a:fld id="{05FEF0D8-EEDC-C245-9C6C-D62616493436}" type="slidenum">
              <a:rPr lang="en-US" smtClean="0"/>
              <a:t>‹#›</a:t>
            </a:fld>
            <a:endParaRPr lang="en-US"/>
          </a:p>
        </p:txBody>
      </p:sp>
    </p:spTree>
    <p:extLst>
      <p:ext uri="{BB962C8B-B14F-4D97-AF65-F5344CB8AC3E}">
        <p14:creationId xmlns:p14="http://schemas.microsoft.com/office/powerpoint/2010/main" val="3475570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BF80F-B086-924D-9A73-DE266F1FC86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F796851-DBE4-F348-B487-2130A8388707}"/>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A8A7D1-252F-914B-8E42-3AB47CDF8C6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085B0B-21EA-4441-BE03-4B9DC0DBD0E6}"/>
              </a:ext>
            </a:extLst>
          </p:cNvPr>
          <p:cNvSpPr>
            <a:spLocks noGrp="1"/>
          </p:cNvSpPr>
          <p:nvPr>
            <p:ph type="dt" sz="half" idx="10"/>
          </p:nvPr>
        </p:nvSpPr>
        <p:spPr>
          <a:xfrm>
            <a:off x="838200" y="6356350"/>
            <a:ext cx="2743200" cy="365125"/>
          </a:xfrm>
          <a:prstGeom prst="rect">
            <a:avLst/>
          </a:prstGeom>
        </p:spPr>
        <p:txBody>
          <a:bodyPr/>
          <a:lstStyle/>
          <a:p>
            <a:fld id="{E3FEA9F3-B545-964A-8FFD-578E639A44AB}" type="datetimeFigureOut">
              <a:rPr lang="en-US" smtClean="0"/>
              <a:t>2021-09-06</a:t>
            </a:fld>
            <a:endParaRPr lang="en-US"/>
          </a:p>
        </p:txBody>
      </p:sp>
      <p:sp>
        <p:nvSpPr>
          <p:cNvPr id="6" name="Footer Placeholder 5">
            <a:extLst>
              <a:ext uri="{FF2B5EF4-FFF2-40B4-BE49-F238E27FC236}">
                <a16:creationId xmlns:a16="http://schemas.microsoft.com/office/drawing/2014/main" id="{87711509-8145-B240-95C3-89E38684BEE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646DC43-C784-BD49-8591-C0A040BC5FA7}"/>
              </a:ext>
            </a:extLst>
          </p:cNvPr>
          <p:cNvSpPr>
            <a:spLocks noGrp="1"/>
          </p:cNvSpPr>
          <p:nvPr>
            <p:ph type="sldNum" sz="quarter" idx="12"/>
          </p:nvPr>
        </p:nvSpPr>
        <p:spPr>
          <a:xfrm>
            <a:off x="8610600" y="6356350"/>
            <a:ext cx="2743200" cy="365125"/>
          </a:xfrm>
          <a:prstGeom prst="rect">
            <a:avLst/>
          </a:prstGeom>
        </p:spPr>
        <p:txBody>
          <a:bodyPr/>
          <a:lstStyle/>
          <a:p>
            <a:fld id="{05FEF0D8-EEDC-C245-9C6C-D62616493436}" type="slidenum">
              <a:rPr lang="en-US" smtClean="0"/>
              <a:t>‹#›</a:t>
            </a:fld>
            <a:endParaRPr lang="en-US"/>
          </a:p>
        </p:txBody>
      </p:sp>
    </p:spTree>
    <p:extLst>
      <p:ext uri="{BB962C8B-B14F-4D97-AF65-F5344CB8AC3E}">
        <p14:creationId xmlns:p14="http://schemas.microsoft.com/office/powerpoint/2010/main" val="3707501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1D722-AFA4-FF47-804F-5522767F700A}"/>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64906B4-14FA-4B4F-9C68-D7EE063C3049}"/>
              </a:ext>
            </a:extLst>
          </p:cNvPr>
          <p:cNvSpPr>
            <a:spLocks noGrp="1"/>
          </p:cNvSpPr>
          <p:nvPr>
            <p:ph type="body" orient="vert" idx="1"/>
          </p:nvPr>
        </p:nvSpPr>
        <p:spPr>
          <a:xfrm>
            <a:off x="838200" y="1825625"/>
            <a:ext cx="10515600" cy="4351338"/>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E63A7B4-29FB-7B43-A74F-85297881F905}"/>
              </a:ext>
            </a:extLst>
          </p:cNvPr>
          <p:cNvSpPr>
            <a:spLocks noGrp="1"/>
          </p:cNvSpPr>
          <p:nvPr>
            <p:ph type="dt" sz="half" idx="10"/>
          </p:nvPr>
        </p:nvSpPr>
        <p:spPr>
          <a:xfrm>
            <a:off x="838200" y="6356350"/>
            <a:ext cx="2743200" cy="365125"/>
          </a:xfrm>
          <a:prstGeom prst="rect">
            <a:avLst/>
          </a:prstGeom>
        </p:spPr>
        <p:txBody>
          <a:bodyPr/>
          <a:lstStyle/>
          <a:p>
            <a:fld id="{E3FEA9F3-B545-964A-8FFD-578E639A44AB}" type="datetimeFigureOut">
              <a:rPr lang="en-US" smtClean="0"/>
              <a:t>2021-09-06</a:t>
            </a:fld>
            <a:endParaRPr lang="en-US"/>
          </a:p>
        </p:txBody>
      </p:sp>
      <p:sp>
        <p:nvSpPr>
          <p:cNvPr id="5" name="Footer Placeholder 4">
            <a:extLst>
              <a:ext uri="{FF2B5EF4-FFF2-40B4-BE49-F238E27FC236}">
                <a16:creationId xmlns:a16="http://schemas.microsoft.com/office/drawing/2014/main" id="{0871CDC2-6DD0-9D4B-910E-FCAC3AFD9A2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2984342-295B-CA40-A0BE-54B4E223DEE4}"/>
              </a:ext>
            </a:extLst>
          </p:cNvPr>
          <p:cNvSpPr>
            <a:spLocks noGrp="1"/>
          </p:cNvSpPr>
          <p:nvPr>
            <p:ph type="sldNum" sz="quarter" idx="12"/>
          </p:nvPr>
        </p:nvSpPr>
        <p:spPr>
          <a:xfrm>
            <a:off x="8610600" y="6356350"/>
            <a:ext cx="2743200" cy="365125"/>
          </a:xfrm>
          <a:prstGeom prst="rect">
            <a:avLst/>
          </a:prstGeom>
        </p:spPr>
        <p:txBody>
          <a:bodyPr/>
          <a:lstStyle/>
          <a:p>
            <a:fld id="{05FEF0D8-EEDC-C245-9C6C-D62616493436}" type="slidenum">
              <a:rPr lang="en-US" smtClean="0"/>
              <a:t>‹#›</a:t>
            </a:fld>
            <a:endParaRPr lang="en-US"/>
          </a:p>
        </p:txBody>
      </p:sp>
    </p:spTree>
    <p:extLst>
      <p:ext uri="{BB962C8B-B14F-4D97-AF65-F5344CB8AC3E}">
        <p14:creationId xmlns:p14="http://schemas.microsoft.com/office/powerpoint/2010/main" val="36631421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1794D2-73C4-084F-86DD-A28B19C18B56}"/>
              </a:ext>
            </a:extLst>
          </p:cNvPr>
          <p:cNvSpPr>
            <a:spLocks noGrp="1"/>
          </p:cNvSpPr>
          <p:nvPr>
            <p:ph type="title" orient="vert"/>
          </p:nvPr>
        </p:nvSpPr>
        <p:spPr>
          <a:xfrm>
            <a:off x="8724900" y="365125"/>
            <a:ext cx="2628900" cy="5811838"/>
          </a:xfrm>
          <a:prstGeom prst="rect">
            <a:avLst/>
          </a:prstGeo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6B68BE3-222A-0341-8C8E-D634EDCA3CAD}"/>
              </a:ext>
            </a:extLst>
          </p:cNvPr>
          <p:cNvSpPr>
            <a:spLocks noGrp="1"/>
          </p:cNvSpPr>
          <p:nvPr>
            <p:ph type="body" orient="vert" idx="1"/>
          </p:nvPr>
        </p:nvSpPr>
        <p:spPr>
          <a:xfrm>
            <a:off x="838200" y="365125"/>
            <a:ext cx="7734300" cy="5811838"/>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303743E-AB72-BE4B-A868-8D4E5811EB13}"/>
              </a:ext>
            </a:extLst>
          </p:cNvPr>
          <p:cNvSpPr>
            <a:spLocks noGrp="1"/>
          </p:cNvSpPr>
          <p:nvPr>
            <p:ph type="dt" sz="half" idx="10"/>
          </p:nvPr>
        </p:nvSpPr>
        <p:spPr>
          <a:xfrm>
            <a:off x="838200" y="6356350"/>
            <a:ext cx="2743200" cy="365125"/>
          </a:xfrm>
          <a:prstGeom prst="rect">
            <a:avLst/>
          </a:prstGeom>
        </p:spPr>
        <p:txBody>
          <a:bodyPr/>
          <a:lstStyle/>
          <a:p>
            <a:fld id="{E3FEA9F3-B545-964A-8FFD-578E639A44AB}" type="datetimeFigureOut">
              <a:rPr lang="en-US" smtClean="0"/>
              <a:t>2021-09-06</a:t>
            </a:fld>
            <a:endParaRPr lang="en-US"/>
          </a:p>
        </p:txBody>
      </p:sp>
      <p:sp>
        <p:nvSpPr>
          <p:cNvPr id="5" name="Footer Placeholder 4">
            <a:extLst>
              <a:ext uri="{FF2B5EF4-FFF2-40B4-BE49-F238E27FC236}">
                <a16:creationId xmlns:a16="http://schemas.microsoft.com/office/drawing/2014/main" id="{9C0DEF3C-B830-A04E-ADE5-46D34CA0198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A6364C7-CE10-2946-A24B-28F73D7F76E2}"/>
              </a:ext>
            </a:extLst>
          </p:cNvPr>
          <p:cNvSpPr>
            <a:spLocks noGrp="1"/>
          </p:cNvSpPr>
          <p:nvPr>
            <p:ph type="sldNum" sz="quarter" idx="12"/>
          </p:nvPr>
        </p:nvSpPr>
        <p:spPr>
          <a:xfrm>
            <a:off x="8610600" y="6356350"/>
            <a:ext cx="2743200" cy="365125"/>
          </a:xfrm>
          <a:prstGeom prst="rect">
            <a:avLst/>
          </a:prstGeom>
        </p:spPr>
        <p:txBody>
          <a:bodyPr/>
          <a:lstStyle/>
          <a:p>
            <a:fld id="{05FEF0D8-EEDC-C245-9C6C-D62616493436}" type="slidenum">
              <a:rPr lang="en-US" smtClean="0"/>
              <a:t>‹#›</a:t>
            </a:fld>
            <a:endParaRPr lang="en-US"/>
          </a:p>
        </p:txBody>
      </p:sp>
    </p:spTree>
    <p:extLst>
      <p:ext uri="{BB962C8B-B14F-4D97-AF65-F5344CB8AC3E}">
        <p14:creationId xmlns:p14="http://schemas.microsoft.com/office/powerpoint/2010/main" val="9752157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pic>
        <p:nvPicPr>
          <p:cNvPr id="8" name="Picture 6">
            <a:extLst>
              <a:ext uri="{FF2B5EF4-FFF2-40B4-BE49-F238E27FC236}">
                <a16:creationId xmlns:a16="http://schemas.microsoft.com/office/drawing/2014/main" id="{2D8D0E37-466B-4355-8DAD-CB995E9B9BD7}"/>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30234" r="30156"/>
          <a:stretch/>
        </p:blipFill>
        <p:spPr bwMode="auto">
          <a:xfrm rot="5400000">
            <a:off x="-1757118" y="1757118"/>
            <a:ext cx="6858002" cy="33437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9016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BD56FE0-75EB-884B-9796-980CCF950593}"/>
              </a:ext>
            </a:extLst>
          </p:cNvPr>
          <p:cNvPicPr>
            <a:picLocks noChangeAspect="1"/>
          </p:cNvPicPr>
          <p:nvPr userDrawn="1"/>
        </p:nvPicPr>
        <p:blipFill>
          <a:blip r:embed="rId15"/>
          <a:stretch>
            <a:fillRect/>
          </a:stretch>
        </p:blipFill>
        <p:spPr>
          <a:xfrm>
            <a:off x="0" y="0"/>
            <a:ext cx="12192000" cy="6858000"/>
          </a:xfrm>
          <a:prstGeom prst="rect">
            <a:avLst/>
          </a:prstGeom>
        </p:spPr>
      </p:pic>
      <p:sp>
        <p:nvSpPr>
          <p:cNvPr id="8" name="Title Placeholder 1">
            <a:extLst>
              <a:ext uri="{FF2B5EF4-FFF2-40B4-BE49-F238E27FC236}">
                <a16:creationId xmlns:a16="http://schemas.microsoft.com/office/drawing/2014/main" id="{DC271732-8DE1-9345-A03D-620659E9F73B}"/>
              </a:ext>
            </a:extLst>
          </p:cNvPr>
          <p:cNvSpPr>
            <a:spLocks noGrp="1"/>
          </p:cNvSpPr>
          <p:nvPr>
            <p:ph type="title"/>
          </p:nvPr>
        </p:nvSpPr>
        <p:spPr>
          <a:xfrm>
            <a:off x="1168400" y="487680"/>
            <a:ext cx="10185400" cy="1203008"/>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9" name="Text Placeholder 2">
            <a:extLst>
              <a:ext uri="{FF2B5EF4-FFF2-40B4-BE49-F238E27FC236}">
                <a16:creationId xmlns:a16="http://schemas.microsoft.com/office/drawing/2014/main" id="{CA9E5A02-1D6B-1E41-8FAD-7B774E1ADB07}"/>
              </a:ext>
            </a:extLst>
          </p:cNvPr>
          <p:cNvSpPr>
            <a:spLocks noGrp="1"/>
          </p:cNvSpPr>
          <p:nvPr>
            <p:ph type="body" idx="1"/>
          </p:nvPr>
        </p:nvSpPr>
        <p:spPr>
          <a:xfrm>
            <a:off x="1168400" y="1825625"/>
            <a:ext cx="101854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1" name="Footer Placeholder 4">
            <a:extLst>
              <a:ext uri="{FF2B5EF4-FFF2-40B4-BE49-F238E27FC236}">
                <a16:creationId xmlns:a16="http://schemas.microsoft.com/office/drawing/2014/main" id="{6682F5C5-6B61-8E41-A784-4FE6105B20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2" name="Slide Number Placeholder 5">
            <a:extLst>
              <a:ext uri="{FF2B5EF4-FFF2-40B4-BE49-F238E27FC236}">
                <a16:creationId xmlns:a16="http://schemas.microsoft.com/office/drawing/2014/main" id="{33ABBDC9-394E-2742-8815-7261F24BA5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B22CA9-4266-4D4E-9F99-D725F0C69D9F}" type="slidenum">
              <a:rPr lang="en-US" smtClean="0"/>
              <a:t>‹#›</a:t>
            </a:fld>
            <a:endParaRPr lang="en-US"/>
          </a:p>
        </p:txBody>
      </p:sp>
      <p:pic>
        <p:nvPicPr>
          <p:cNvPr id="15" name="Picture 14" descr="TwitterLogo_#55acee.png">
            <a:extLst>
              <a:ext uri="{FF2B5EF4-FFF2-40B4-BE49-F238E27FC236}">
                <a16:creationId xmlns:a16="http://schemas.microsoft.com/office/drawing/2014/main" id="{FC95D570-DA02-4717-95DE-EABF450F41EE}"/>
              </a:ext>
            </a:extLst>
          </p:cNvPr>
          <p:cNvPicPr>
            <a:picLocks noChangeAspect="1"/>
          </p:cNvPicPr>
          <p:nvPr/>
        </p:nvPicPr>
        <p:blipFill>
          <a:blip r:embed="rId16" cstate="email">
            <a:extLst>
              <a:ext uri="{28A0092B-C50C-407E-A947-70E740481C1C}">
                <a14:useLocalDpi xmlns:a14="http://schemas.microsoft.com/office/drawing/2010/main" val="0"/>
              </a:ext>
            </a:extLst>
          </a:blip>
          <a:stretch>
            <a:fillRect/>
          </a:stretch>
        </p:blipFill>
        <p:spPr>
          <a:xfrm>
            <a:off x="529526" y="6356350"/>
            <a:ext cx="401981" cy="407620"/>
          </a:xfrm>
          <a:prstGeom prst="rect">
            <a:avLst/>
          </a:prstGeom>
        </p:spPr>
      </p:pic>
      <p:sp>
        <p:nvSpPr>
          <p:cNvPr id="16" name="TextBox 15">
            <a:extLst>
              <a:ext uri="{FF2B5EF4-FFF2-40B4-BE49-F238E27FC236}">
                <a16:creationId xmlns:a16="http://schemas.microsoft.com/office/drawing/2014/main" id="{86850C77-54A3-4165-874D-133908D81B5C}"/>
              </a:ext>
            </a:extLst>
          </p:cNvPr>
          <p:cNvSpPr txBox="1"/>
          <p:nvPr userDrawn="1"/>
        </p:nvSpPr>
        <p:spPr>
          <a:xfrm>
            <a:off x="838200" y="6357024"/>
            <a:ext cx="1244442" cy="369332"/>
          </a:xfrm>
          <a:prstGeom prst="rect">
            <a:avLst/>
          </a:prstGeom>
          <a:noFill/>
        </p:spPr>
        <p:txBody>
          <a:bodyPr wrap="none" rtlCol="0">
            <a:spAutoFit/>
          </a:bodyPr>
          <a:lstStyle/>
          <a:p>
            <a:r>
              <a:rPr lang="en-US" sz="1800" dirty="0">
                <a:solidFill>
                  <a:schemeClr val="bg1">
                    <a:lumMod val="50000"/>
                  </a:schemeClr>
                </a:solidFill>
              </a:rPr>
              <a:t>@</a:t>
            </a:r>
            <a:r>
              <a:rPr lang="en-US" sz="1800" dirty="0" err="1">
                <a:solidFill>
                  <a:schemeClr val="bg1">
                    <a:lumMod val="50000"/>
                  </a:schemeClr>
                </a:solidFill>
              </a:rPr>
              <a:t>maaretp</a:t>
            </a:r>
            <a:r>
              <a:rPr lang="en-US" sz="1800" dirty="0">
                <a:solidFill>
                  <a:schemeClr val="bg1">
                    <a:lumMod val="50000"/>
                  </a:schemeClr>
                </a:solidFill>
              </a:rPr>
              <a:t> </a:t>
            </a:r>
          </a:p>
        </p:txBody>
      </p:sp>
      <p:sp>
        <p:nvSpPr>
          <p:cNvPr id="4" name="MSIPCMContentMarking" descr="{&quot;HashCode&quot;:-1352542594,&quot;Placement&quot;:&quot;Footer&quot;,&quot;Top&quot;:519.1359,&quot;Left&quot;:443.5674,&quot;SlideWidth&quot;:960,&quot;SlideHeight&quot;:540}">
            <a:extLst>
              <a:ext uri="{FF2B5EF4-FFF2-40B4-BE49-F238E27FC236}">
                <a16:creationId xmlns:a16="http://schemas.microsoft.com/office/drawing/2014/main" id="{98EEA9BD-CD3A-4FB1-81DD-992CC4949F00}"/>
              </a:ext>
            </a:extLst>
          </p:cNvPr>
          <p:cNvSpPr txBox="1"/>
          <p:nvPr userDrawn="1"/>
        </p:nvSpPr>
        <p:spPr>
          <a:xfrm>
            <a:off x="-925388" y="3868807"/>
            <a:ext cx="925388" cy="264974"/>
          </a:xfrm>
          <a:prstGeom prst="rect">
            <a:avLst/>
          </a:prstGeom>
          <a:noFill/>
        </p:spPr>
        <p:txBody>
          <a:bodyPr vert="horz" wrap="square" lIns="0" tIns="0" rIns="0" bIns="0" rtlCol="0" anchor="ctr" anchorCtr="1">
            <a:spAutoFit/>
          </a:bodyPr>
          <a:lstStyle/>
          <a:p>
            <a:pPr algn="ctr">
              <a:spcBef>
                <a:spcPts val="0"/>
              </a:spcBef>
              <a:spcAft>
                <a:spcPts val="0"/>
              </a:spcAft>
            </a:pPr>
            <a:r>
              <a:rPr lang="en-US" sz="1100" dirty="0">
                <a:solidFill>
                  <a:srgbClr val="404040"/>
                </a:solidFill>
                <a:latin typeface="Arial" panose="020B0604020202020204" pitchFamily="34" charset="0"/>
              </a:rPr>
              <a:t>Restricted</a:t>
            </a:r>
          </a:p>
        </p:txBody>
      </p:sp>
    </p:spTree>
    <p:extLst>
      <p:ext uri="{BB962C8B-B14F-4D97-AF65-F5344CB8AC3E}">
        <p14:creationId xmlns:p14="http://schemas.microsoft.com/office/powerpoint/2010/main" val="26171845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txStyles>
    <p:titleStyle>
      <a:lvl1pPr algn="l" defTabSz="914400" rtl="0" eaLnBrk="1" latinLnBrk="0" hangingPunct="1">
        <a:lnSpc>
          <a:spcPct val="90000"/>
        </a:lnSpc>
        <a:spcBef>
          <a:spcPct val="0"/>
        </a:spcBef>
        <a:buNone/>
        <a:defRPr sz="3600" b="1" i="0" kern="1200">
          <a:solidFill>
            <a:srgbClr val="111C4E"/>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Clr>
          <a:srgbClr val="FD671B"/>
        </a:buClr>
        <a:buFont typeface="Arial" panose="020B0604020202020204" pitchFamily="34" charset="0"/>
        <a:buChar char="•"/>
        <a:defRPr sz="2000" kern="1200">
          <a:solidFill>
            <a:srgbClr val="111C4E"/>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Clr>
          <a:srgbClr val="FD671B"/>
        </a:buClr>
        <a:buFont typeface="Arial" panose="020B0604020202020204" pitchFamily="34" charset="0"/>
        <a:buChar char="•"/>
        <a:defRPr sz="1800" kern="1200">
          <a:solidFill>
            <a:srgbClr val="111C4E"/>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rgbClr val="FD671B"/>
        </a:buClr>
        <a:buFont typeface="Arial" panose="020B0604020202020204" pitchFamily="34" charset="0"/>
        <a:buChar char="•"/>
        <a:defRPr sz="1600" kern="1200">
          <a:solidFill>
            <a:srgbClr val="111C4E"/>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Clr>
          <a:srgbClr val="FD671B"/>
        </a:buClr>
        <a:buFont typeface="Arial" panose="020B0604020202020204" pitchFamily="34" charset="0"/>
        <a:buChar char="•"/>
        <a:defRPr sz="1400" kern="1200">
          <a:solidFill>
            <a:srgbClr val="111C4E"/>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rgbClr val="FD671B"/>
        </a:buClr>
        <a:buFont typeface="Arial" panose="020B0604020202020204" pitchFamily="34" charset="0"/>
        <a:buChar char="•"/>
        <a:defRPr sz="1400" kern="1200">
          <a:solidFill>
            <a:srgbClr val="111C4E"/>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jpg"/><Relationship Id="rId1" Type="http://schemas.openxmlformats.org/officeDocument/2006/relationships/slideLayout" Target="../slideLayouts/slideLayout8.xml"/><Relationship Id="rId4" Type="http://schemas.openxmlformats.org/officeDocument/2006/relationships/image" Target="../media/image2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49F9A1F-AC8B-7642-A6F1-5D43AE3E8740}"/>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41257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52C870-0D08-4F41-A0CE-CABAC418FF8F}"/>
              </a:ext>
            </a:extLst>
          </p:cNvPr>
          <p:cNvSpPr/>
          <p:nvPr/>
        </p:nvSpPr>
        <p:spPr>
          <a:xfrm>
            <a:off x="0" y="0"/>
            <a:ext cx="12192000"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8" name="Picture 7">
            <a:extLst>
              <a:ext uri="{FF2B5EF4-FFF2-40B4-BE49-F238E27FC236}">
                <a16:creationId xmlns:a16="http://schemas.microsoft.com/office/drawing/2014/main" id="{23C3E016-684D-41C1-9138-D628160DD265}"/>
              </a:ext>
            </a:extLst>
          </p:cNvPr>
          <p:cNvPicPr>
            <a:picLocks noChangeAspect="1"/>
          </p:cNvPicPr>
          <p:nvPr/>
        </p:nvPicPr>
        <p:blipFill>
          <a:blip r:embed="rId3"/>
          <a:stretch>
            <a:fillRect/>
          </a:stretch>
        </p:blipFill>
        <p:spPr>
          <a:xfrm>
            <a:off x="455006" y="2648932"/>
            <a:ext cx="11614641" cy="1319845"/>
          </a:xfrm>
          <a:prstGeom prst="rect">
            <a:avLst/>
          </a:prstGeom>
        </p:spPr>
      </p:pic>
      <p:sp>
        <p:nvSpPr>
          <p:cNvPr id="9" name="TextBox 8">
            <a:extLst>
              <a:ext uri="{FF2B5EF4-FFF2-40B4-BE49-F238E27FC236}">
                <a16:creationId xmlns:a16="http://schemas.microsoft.com/office/drawing/2014/main" id="{DBBB0FD5-806B-4988-89BA-3CCC90EBFAEA}"/>
              </a:ext>
            </a:extLst>
          </p:cNvPr>
          <p:cNvSpPr txBox="1"/>
          <p:nvPr/>
        </p:nvSpPr>
        <p:spPr>
          <a:xfrm>
            <a:off x="4009242" y="4590854"/>
            <a:ext cx="4173515" cy="461665"/>
          </a:xfrm>
          <a:prstGeom prst="rect">
            <a:avLst/>
          </a:prstGeom>
          <a:noFill/>
        </p:spPr>
        <p:txBody>
          <a:bodyPr wrap="none" rtlCol="0">
            <a:spAutoFit/>
          </a:bodyPr>
          <a:lstStyle/>
          <a:p>
            <a:pPr algn="ctr"/>
            <a:r>
              <a:rPr lang="en-US" sz="2400" dirty="0">
                <a:solidFill>
                  <a:srgbClr val="FD671B"/>
                </a:solidFill>
              </a:rPr>
              <a:t>2020  - historical film – 1 season</a:t>
            </a:r>
          </a:p>
        </p:txBody>
      </p:sp>
    </p:spTree>
    <p:extLst>
      <p:ext uri="{BB962C8B-B14F-4D97-AF65-F5344CB8AC3E}">
        <p14:creationId xmlns:p14="http://schemas.microsoft.com/office/powerpoint/2010/main" val="555477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Graphical user interface, application&#10;&#10;Description automatically generated">
            <a:extLst>
              <a:ext uri="{FF2B5EF4-FFF2-40B4-BE49-F238E27FC236}">
                <a16:creationId xmlns:a16="http://schemas.microsoft.com/office/drawing/2014/main" id="{331B33A2-81F4-44EA-9EBB-FDEF1B176081}"/>
              </a:ext>
            </a:extLst>
          </p:cNvPr>
          <p:cNvPicPr>
            <a:picLocks noChangeAspect="1"/>
          </p:cNvPicPr>
          <p:nvPr/>
        </p:nvPicPr>
        <p:blipFill>
          <a:blip r:embed="rId2"/>
          <a:stretch>
            <a:fillRect/>
          </a:stretch>
        </p:blipFill>
        <p:spPr>
          <a:xfrm>
            <a:off x="86498" y="126725"/>
            <a:ext cx="4843848" cy="6735126"/>
          </a:xfrm>
          <a:prstGeom prst="rect">
            <a:avLst/>
          </a:prstGeom>
        </p:spPr>
      </p:pic>
      <p:sp>
        <p:nvSpPr>
          <p:cNvPr id="4" name="TextBox 3">
            <a:extLst>
              <a:ext uri="{FF2B5EF4-FFF2-40B4-BE49-F238E27FC236}">
                <a16:creationId xmlns:a16="http://schemas.microsoft.com/office/drawing/2014/main" id="{BB5DF453-36CA-4FC6-A55A-F07D03E1C3CB}"/>
              </a:ext>
            </a:extLst>
          </p:cNvPr>
          <p:cNvSpPr txBox="1"/>
          <p:nvPr/>
        </p:nvSpPr>
        <p:spPr>
          <a:xfrm>
            <a:off x="5622324" y="3110166"/>
            <a:ext cx="6042453" cy="2123658"/>
          </a:xfrm>
          <a:prstGeom prst="rect">
            <a:avLst/>
          </a:prstGeom>
          <a:noFill/>
        </p:spPr>
        <p:txBody>
          <a:bodyPr wrap="square" rtlCol="0">
            <a:spAutoFit/>
          </a:bodyPr>
          <a:lstStyle/>
          <a:p>
            <a:r>
              <a:rPr lang="en-US" sz="4400" dirty="0">
                <a:latin typeface="Arial" panose="020B0604020202020204" pitchFamily="34" charset="0"/>
                <a:cs typeface="Arial" panose="020B0604020202020204" pitchFamily="34" charset="0"/>
              </a:rPr>
              <a:t>Black cannot retain the pawn without incurring a disadvantage. </a:t>
            </a:r>
            <a:r>
              <a:rPr lang="en-US" sz="4400" i="1" dirty="0">
                <a:latin typeface="Arial" panose="020B0604020202020204" pitchFamily="34" charset="0"/>
                <a:cs typeface="Arial" panose="020B0604020202020204" pitchFamily="34" charset="0"/>
              </a:rPr>
              <a:t> </a:t>
            </a:r>
            <a:endParaRPr lang="en-US" sz="4400" dirty="0">
              <a:latin typeface="Arial" panose="020B0604020202020204" pitchFamily="34" charset="0"/>
              <a:cs typeface="Arial" panose="020B0604020202020204" pitchFamily="34" charset="0"/>
            </a:endParaRPr>
          </a:p>
        </p:txBody>
      </p:sp>
      <p:grpSp>
        <p:nvGrpSpPr>
          <p:cNvPr id="3" name="Group 2">
            <a:extLst>
              <a:ext uri="{FF2B5EF4-FFF2-40B4-BE49-F238E27FC236}">
                <a16:creationId xmlns:a16="http://schemas.microsoft.com/office/drawing/2014/main" id="{3FFF6AA2-0E56-4AF5-865F-A74731BCFD75}"/>
              </a:ext>
            </a:extLst>
          </p:cNvPr>
          <p:cNvGrpSpPr/>
          <p:nvPr/>
        </p:nvGrpSpPr>
        <p:grpSpPr>
          <a:xfrm>
            <a:off x="1583703" y="1239456"/>
            <a:ext cx="10081074" cy="2116486"/>
            <a:chOff x="1583703" y="1239456"/>
            <a:chExt cx="10081074" cy="2116486"/>
          </a:xfrm>
        </p:grpSpPr>
        <p:sp>
          <p:nvSpPr>
            <p:cNvPr id="7" name="TextBox 6">
              <a:extLst>
                <a:ext uri="{FF2B5EF4-FFF2-40B4-BE49-F238E27FC236}">
                  <a16:creationId xmlns:a16="http://schemas.microsoft.com/office/drawing/2014/main" id="{8D12F53B-7A92-4A53-85F3-CBEDFAD65BA1}"/>
                </a:ext>
              </a:extLst>
            </p:cNvPr>
            <p:cNvSpPr txBox="1"/>
            <p:nvPr/>
          </p:nvSpPr>
          <p:spPr>
            <a:xfrm>
              <a:off x="5622324" y="1239456"/>
              <a:ext cx="6042453" cy="1446550"/>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4400" dirty="0">
                  <a:latin typeface="Arial" panose="020B0604020202020204" pitchFamily="34" charset="0"/>
                  <a:cs typeface="Arial" panose="020B0604020202020204" pitchFamily="34" charset="0"/>
                </a:rPr>
                <a:t>White </a:t>
              </a:r>
              <a:r>
                <a:rPr lang="en-US" sz="4400" i="1" dirty="0">
                  <a:solidFill>
                    <a:srgbClr val="01CE7D"/>
                  </a:solidFill>
                  <a:latin typeface="Arial" panose="020B0604020202020204" pitchFamily="34" charset="0"/>
                  <a:cs typeface="Arial" panose="020B0604020202020204" pitchFamily="34" charset="0"/>
                </a:rPr>
                <a:t>appears to sacrifice</a:t>
              </a:r>
              <a:r>
                <a:rPr lang="en-US" sz="4400" i="1" dirty="0">
                  <a:latin typeface="Arial" panose="020B0604020202020204" pitchFamily="34" charset="0"/>
                  <a:cs typeface="Arial" panose="020B0604020202020204" pitchFamily="34" charset="0"/>
                </a:rPr>
                <a:t> </a:t>
              </a:r>
              <a:r>
                <a:rPr lang="en-US" sz="4400" dirty="0">
                  <a:latin typeface="Arial" panose="020B0604020202020204" pitchFamily="34" charset="0"/>
                  <a:cs typeface="Arial" panose="020B0604020202020204" pitchFamily="34" charset="0"/>
                </a:rPr>
                <a:t>the c-pawn. </a:t>
              </a:r>
            </a:p>
          </p:txBody>
        </p:sp>
        <p:sp>
          <p:nvSpPr>
            <p:cNvPr id="2" name="Oval 1">
              <a:extLst>
                <a:ext uri="{FF2B5EF4-FFF2-40B4-BE49-F238E27FC236}">
                  <a16:creationId xmlns:a16="http://schemas.microsoft.com/office/drawing/2014/main" id="{56554F87-9D8C-42F4-872C-320C59D7610B}"/>
                </a:ext>
              </a:extLst>
            </p:cNvPr>
            <p:cNvSpPr/>
            <p:nvPr/>
          </p:nvSpPr>
          <p:spPr>
            <a:xfrm>
              <a:off x="1583703" y="2799761"/>
              <a:ext cx="537328" cy="556181"/>
            </a:xfrm>
            <a:prstGeom prst="ellipse">
              <a:avLst/>
            </a:prstGeom>
            <a:noFill/>
            <a:ln w="57150">
              <a:solidFill>
                <a:schemeClr val="accent6"/>
              </a:solidFill>
            </a:ln>
            <a:effectLst>
              <a:glow rad="2286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91698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B65311E-088B-464D-8595-78CE06E4E5BA}"/>
              </a:ext>
            </a:extLst>
          </p:cNvPr>
          <p:cNvSpPr txBox="1"/>
          <p:nvPr/>
        </p:nvSpPr>
        <p:spPr>
          <a:xfrm>
            <a:off x="2170892" y="1854709"/>
            <a:ext cx="7850226" cy="2308324"/>
          </a:xfrm>
          <a:prstGeom prst="rect">
            <a:avLst/>
          </a:prstGeom>
          <a:noFill/>
        </p:spPr>
        <p:txBody>
          <a:bodyPr wrap="none" rtlCol="0">
            <a:spAutoFit/>
          </a:bodyPr>
          <a:lstStyle/>
          <a:p>
            <a:pPr algn="ctr"/>
            <a:r>
              <a:rPr lang="en-US" sz="7200" dirty="0">
                <a:latin typeface="KG No Matter What" panose="02000507000000020003" pitchFamily="2" charset="0"/>
              </a:rPr>
              <a:t>The Automationist’s </a:t>
            </a:r>
            <a:br>
              <a:rPr lang="en-US" sz="7200" dirty="0">
                <a:latin typeface="KG No Matter What" panose="02000507000000020003" pitchFamily="2" charset="0"/>
              </a:rPr>
            </a:br>
            <a:r>
              <a:rPr lang="en-US" sz="7200" dirty="0">
                <a:latin typeface="KG No Matter What" panose="02000507000000020003" pitchFamily="2" charset="0"/>
              </a:rPr>
              <a:t>Gambit</a:t>
            </a:r>
          </a:p>
        </p:txBody>
      </p:sp>
      <p:sp>
        <p:nvSpPr>
          <p:cNvPr id="2" name="TextBox 1">
            <a:extLst>
              <a:ext uri="{FF2B5EF4-FFF2-40B4-BE49-F238E27FC236}">
                <a16:creationId xmlns:a16="http://schemas.microsoft.com/office/drawing/2014/main" id="{9C6AD117-10D2-428C-B0D6-5CF3B1E45872}"/>
              </a:ext>
            </a:extLst>
          </p:cNvPr>
          <p:cNvSpPr txBox="1"/>
          <p:nvPr/>
        </p:nvSpPr>
        <p:spPr>
          <a:xfrm>
            <a:off x="5577016" y="3972372"/>
            <a:ext cx="4076032" cy="830997"/>
          </a:xfrm>
          <a:prstGeom prst="rect">
            <a:avLst/>
          </a:prstGeom>
          <a:noFill/>
        </p:spPr>
        <p:txBody>
          <a:bodyPr wrap="square" rtlCol="0">
            <a:spAutoFit/>
          </a:bodyPr>
          <a:lstStyle/>
          <a:p>
            <a:r>
              <a:rPr lang="en-US" sz="2400" dirty="0">
                <a:solidFill>
                  <a:srgbClr val="01CE7D"/>
                </a:solidFill>
                <a:latin typeface="Arial" panose="020B0604020202020204" pitchFamily="34" charset="0"/>
                <a:cs typeface="Arial" panose="020B0604020202020204" pitchFamily="34" charset="0"/>
              </a:rPr>
              <a:t>* Opening by sacrificing </a:t>
            </a:r>
            <a:br>
              <a:rPr lang="en-US" sz="2400" dirty="0">
                <a:solidFill>
                  <a:srgbClr val="01CE7D"/>
                </a:solidFill>
                <a:latin typeface="Arial" panose="020B0604020202020204" pitchFamily="34" charset="0"/>
                <a:cs typeface="Arial" panose="020B0604020202020204" pitchFamily="34" charset="0"/>
              </a:rPr>
            </a:br>
            <a:r>
              <a:rPr lang="en-US" sz="2400" dirty="0">
                <a:solidFill>
                  <a:srgbClr val="01CE7D"/>
                </a:solidFill>
                <a:latin typeface="Arial" panose="020B0604020202020204" pitchFamily="34" charset="0"/>
                <a:cs typeface="Arial" panose="020B0604020202020204" pitchFamily="34" charset="0"/>
              </a:rPr>
              <a:t>   material to win in the end</a:t>
            </a:r>
          </a:p>
        </p:txBody>
      </p:sp>
    </p:spTree>
    <p:extLst>
      <p:ext uri="{BB962C8B-B14F-4D97-AF65-F5344CB8AC3E}">
        <p14:creationId xmlns:p14="http://schemas.microsoft.com/office/powerpoint/2010/main" val="1734315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B65311E-088B-464D-8595-78CE06E4E5BA}"/>
              </a:ext>
            </a:extLst>
          </p:cNvPr>
          <p:cNvSpPr txBox="1"/>
          <p:nvPr/>
        </p:nvSpPr>
        <p:spPr>
          <a:xfrm>
            <a:off x="210065" y="1387271"/>
            <a:ext cx="11689492" cy="3416320"/>
          </a:xfrm>
          <a:prstGeom prst="rect">
            <a:avLst/>
          </a:prstGeom>
          <a:noFill/>
        </p:spPr>
        <p:txBody>
          <a:bodyPr wrap="square" rtlCol="0">
            <a:spAutoFit/>
          </a:bodyPr>
          <a:lstStyle/>
          <a:p>
            <a:pPr algn="ctr"/>
            <a:r>
              <a:rPr lang="en-US" sz="7200" dirty="0">
                <a:latin typeface="Arial" panose="020B0604020202020204" pitchFamily="34" charset="0"/>
                <a:cs typeface="Arial" panose="020B0604020202020204" pitchFamily="34" charset="0"/>
              </a:rPr>
              <a:t>Time used on </a:t>
            </a:r>
            <a:r>
              <a:rPr lang="en-US" sz="7200" dirty="0">
                <a:solidFill>
                  <a:schemeClr val="accent2"/>
                </a:solidFill>
                <a:latin typeface="Arial" panose="020B0604020202020204" pitchFamily="34" charset="0"/>
                <a:cs typeface="Arial" panose="020B0604020202020204" pitchFamily="34" charset="0"/>
              </a:rPr>
              <a:t>warning about test automation</a:t>
            </a:r>
            <a:r>
              <a:rPr lang="en-US" sz="7200" dirty="0">
                <a:latin typeface="Arial" panose="020B0604020202020204" pitchFamily="34" charset="0"/>
                <a:cs typeface="Arial" panose="020B0604020202020204" pitchFamily="34" charset="0"/>
              </a:rPr>
              <a:t> is away from </a:t>
            </a:r>
            <a:r>
              <a:rPr lang="en-US" sz="7200" dirty="0">
                <a:solidFill>
                  <a:srgbClr val="01CE7D"/>
                </a:solidFill>
                <a:latin typeface="Arial" panose="020B0604020202020204" pitchFamily="34" charset="0"/>
                <a:cs typeface="Arial" panose="020B0604020202020204" pitchFamily="34" charset="0"/>
              </a:rPr>
              <a:t>succeeding with it</a:t>
            </a:r>
            <a:r>
              <a:rPr lang="en-US" sz="7200" dirty="0">
                <a:latin typeface="Arial" panose="020B0604020202020204" pitchFamily="34" charset="0"/>
                <a:cs typeface="Arial" panose="020B0604020202020204" pitchFamily="34" charset="0"/>
              </a:rPr>
              <a:t>.</a:t>
            </a:r>
          </a:p>
        </p:txBody>
      </p:sp>
      <p:sp>
        <p:nvSpPr>
          <p:cNvPr id="3" name="TextBox 2">
            <a:extLst>
              <a:ext uri="{FF2B5EF4-FFF2-40B4-BE49-F238E27FC236}">
                <a16:creationId xmlns:a16="http://schemas.microsoft.com/office/drawing/2014/main" id="{EB2ED2B3-6BCF-4868-ADC5-1D3996F288E2}"/>
              </a:ext>
            </a:extLst>
          </p:cNvPr>
          <p:cNvSpPr txBox="1"/>
          <p:nvPr/>
        </p:nvSpPr>
        <p:spPr>
          <a:xfrm>
            <a:off x="6198808" y="4898964"/>
            <a:ext cx="4076032" cy="461665"/>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 opportunity cost</a:t>
            </a:r>
          </a:p>
        </p:txBody>
      </p:sp>
    </p:spTree>
    <p:extLst>
      <p:ext uri="{BB962C8B-B14F-4D97-AF65-F5344CB8AC3E}">
        <p14:creationId xmlns:p14="http://schemas.microsoft.com/office/powerpoint/2010/main" val="3526968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78DCECC-C2AA-4A17-B35B-4F46EE85D7F6}"/>
              </a:ext>
            </a:extLst>
          </p:cNvPr>
          <p:cNvSpPr txBox="1"/>
          <p:nvPr/>
        </p:nvSpPr>
        <p:spPr>
          <a:xfrm>
            <a:off x="2219298" y="1059899"/>
            <a:ext cx="7753405" cy="1200329"/>
          </a:xfrm>
          <a:prstGeom prst="rect">
            <a:avLst/>
          </a:prstGeom>
          <a:noFill/>
        </p:spPr>
        <p:txBody>
          <a:bodyPr wrap="square" rtlCol="0">
            <a:spAutoFit/>
          </a:bodyPr>
          <a:lstStyle/>
          <a:p>
            <a:pPr algn="ctr"/>
            <a:r>
              <a:rPr lang="en-US" sz="7200" dirty="0">
                <a:latin typeface="KG No Matter What" panose="02000507000000020003" pitchFamily="2" charset="0"/>
              </a:rPr>
              <a:t>Exploratory Testing</a:t>
            </a:r>
            <a:endParaRPr lang="en-US" sz="7200" dirty="0">
              <a:solidFill>
                <a:schemeClr val="accent2"/>
              </a:solidFill>
              <a:latin typeface="KG No Matter What" panose="02000507000000020003" pitchFamily="2" charset="0"/>
            </a:endParaRPr>
          </a:p>
        </p:txBody>
      </p:sp>
      <p:sp>
        <p:nvSpPr>
          <p:cNvPr id="5" name="Cloud 4">
            <a:extLst>
              <a:ext uri="{FF2B5EF4-FFF2-40B4-BE49-F238E27FC236}">
                <a16:creationId xmlns:a16="http://schemas.microsoft.com/office/drawing/2014/main" id="{3BACF1F7-9E08-466F-A491-77C16E90727F}"/>
              </a:ext>
            </a:extLst>
          </p:cNvPr>
          <p:cNvSpPr/>
          <p:nvPr/>
        </p:nvSpPr>
        <p:spPr>
          <a:xfrm>
            <a:off x="1890585" y="2643244"/>
            <a:ext cx="3679636" cy="1645920"/>
          </a:xfrm>
          <a:prstGeom prst="cloud">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400" dirty="0">
                <a:latin typeface="Arial" panose="020B0604020202020204" pitchFamily="34" charset="0"/>
                <a:cs typeface="Arial" panose="020B0604020202020204" pitchFamily="34" charset="0"/>
              </a:rPr>
              <a:t>TEST DESIGN</a:t>
            </a:r>
          </a:p>
        </p:txBody>
      </p:sp>
      <p:sp>
        <p:nvSpPr>
          <p:cNvPr id="6" name="Cloud 5">
            <a:extLst>
              <a:ext uri="{FF2B5EF4-FFF2-40B4-BE49-F238E27FC236}">
                <a16:creationId xmlns:a16="http://schemas.microsoft.com/office/drawing/2014/main" id="{11FF676D-A117-4659-8373-49DD3492AE76}"/>
              </a:ext>
            </a:extLst>
          </p:cNvPr>
          <p:cNvSpPr/>
          <p:nvPr/>
        </p:nvSpPr>
        <p:spPr>
          <a:xfrm>
            <a:off x="6621780" y="2555614"/>
            <a:ext cx="3679632" cy="1645920"/>
          </a:xfrm>
          <a:prstGeom prst="cloud">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2400" dirty="0">
                <a:latin typeface="Arial" panose="020B0604020202020204" pitchFamily="34" charset="0"/>
                <a:cs typeface="Arial" panose="020B0604020202020204" pitchFamily="34" charset="0"/>
              </a:rPr>
              <a:t>TEST EXECUTION</a:t>
            </a:r>
          </a:p>
        </p:txBody>
      </p:sp>
      <p:sp>
        <p:nvSpPr>
          <p:cNvPr id="8" name="TextBox 7">
            <a:extLst>
              <a:ext uri="{FF2B5EF4-FFF2-40B4-BE49-F238E27FC236}">
                <a16:creationId xmlns:a16="http://schemas.microsoft.com/office/drawing/2014/main" id="{7F6A3DC2-883A-4D5E-9861-485F4351B2AC}"/>
              </a:ext>
            </a:extLst>
          </p:cNvPr>
          <p:cNvSpPr txBox="1"/>
          <p:nvPr/>
        </p:nvSpPr>
        <p:spPr>
          <a:xfrm>
            <a:off x="5131632" y="3994250"/>
            <a:ext cx="1928734" cy="830997"/>
          </a:xfrm>
          <a:prstGeom prst="rect">
            <a:avLst/>
          </a:prstGeom>
          <a:noFill/>
        </p:spPr>
        <p:txBody>
          <a:bodyPr wrap="none" rtlCol="0">
            <a:spAutoFit/>
          </a:bodyPr>
          <a:lstStyle/>
          <a:p>
            <a:pPr algn="ctr"/>
            <a:r>
              <a:rPr lang="en-US" sz="2400" dirty="0">
                <a:latin typeface="Arial" panose="020B0604020202020204" pitchFamily="34" charset="0"/>
                <a:cs typeface="Arial" panose="020B0604020202020204" pitchFamily="34" charset="0"/>
              </a:rPr>
              <a:t>LEARNING, </a:t>
            </a:r>
          </a:p>
          <a:p>
            <a:pPr algn="ctr"/>
            <a:r>
              <a:rPr lang="en-US" sz="2400" dirty="0">
                <a:latin typeface="Arial" panose="020B0604020202020204" pitchFamily="34" charset="0"/>
                <a:cs typeface="Arial" panose="020B0604020202020204" pitchFamily="34" charset="0"/>
              </a:rPr>
              <a:t>AGENCY</a:t>
            </a:r>
          </a:p>
        </p:txBody>
      </p:sp>
      <p:sp>
        <p:nvSpPr>
          <p:cNvPr id="9" name="Arrow: Down 8">
            <a:extLst>
              <a:ext uri="{FF2B5EF4-FFF2-40B4-BE49-F238E27FC236}">
                <a16:creationId xmlns:a16="http://schemas.microsoft.com/office/drawing/2014/main" id="{B02BFCA0-CC30-48CC-B3F8-5F8E61F409A0}"/>
              </a:ext>
            </a:extLst>
          </p:cNvPr>
          <p:cNvSpPr/>
          <p:nvPr/>
        </p:nvSpPr>
        <p:spPr>
          <a:xfrm>
            <a:off x="5793104" y="4949427"/>
            <a:ext cx="605791" cy="375645"/>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1DDD031A-0E63-433F-9B84-31EA392B9B29}"/>
              </a:ext>
            </a:extLst>
          </p:cNvPr>
          <p:cNvSpPr txBox="1"/>
          <p:nvPr/>
        </p:nvSpPr>
        <p:spPr>
          <a:xfrm>
            <a:off x="4434227" y="5495390"/>
            <a:ext cx="3376886" cy="461665"/>
          </a:xfrm>
          <a:prstGeom prst="rect">
            <a:avLst/>
          </a:prstGeom>
          <a:noFill/>
        </p:spPr>
        <p:txBody>
          <a:bodyPr wrap="none" rtlCol="0">
            <a:spAutoFit/>
          </a:bodyPr>
          <a:lstStyle/>
          <a:p>
            <a:pPr algn="ctr"/>
            <a:r>
              <a:rPr lang="en-US" sz="2400" dirty="0">
                <a:latin typeface="Arial" panose="020B0604020202020204" pitchFamily="34" charset="0"/>
                <a:cs typeface="Arial" panose="020B0604020202020204" pitchFamily="34" charset="0"/>
              </a:rPr>
              <a:t>IMPACTFUL RESULTS</a:t>
            </a:r>
          </a:p>
        </p:txBody>
      </p:sp>
      <p:sp>
        <p:nvSpPr>
          <p:cNvPr id="2" name="Arrow: Right 1">
            <a:extLst>
              <a:ext uri="{FF2B5EF4-FFF2-40B4-BE49-F238E27FC236}">
                <a16:creationId xmlns:a16="http://schemas.microsoft.com/office/drawing/2014/main" id="{3C83D67B-A4E4-45FD-80D4-2079B83747D6}"/>
              </a:ext>
            </a:extLst>
          </p:cNvPr>
          <p:cNvSpPr/>
          <p:nvPr/>
        </p:nvSpPr>
        <p:spPr>
          <a:xfrm>
            <a:off x="5730477" y="3069583"/>
            <a:ext cx="320511" cy="538096"/>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76037D00-21C8-4125-A5EA-8EDDE4E37C3A}"/>
              </a:ext>
            </a:extLst>
          </p:cNvPr>
          <p:cNvSpPr/>
          <p:nvPr/>
        </p:nvSpPr>
        <p:spPr>
          <a:xfrm rot="10800000">
            <a:off x="6141013" y="3073138"/>
            <a:ext cx="320511" cy="538096"/>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48246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78DCECC-C2AA-4A17-B35B-4F46EE85D7F6}"/>
              </a:ext>
            </a:extLst>
          </p:cNvPr>
          <p:cNvSpPr txBox="1"/>
          <p:nvPr/>
        </p:nvSpPr>
        <p:spPr>
          <a:xfrm>
            <a:off x="2219298" y="1059899"/>
            <a:ext cx="8345832" cy="1200329"/>
          </a:xfrm>
          <a:prstGeom prst="rect">
            <a:avLst/>
          </a:prstGeom>
          <a:noFill/>
        </p:spPr>
        <p:txBody>
          <a:bodyPr wrap="square" rtlCol="0">
            <a:spAutoFit/>
          </a:bodyPr>
          <a:lstStyle/>
          <a:p>
            <a:pPr algn="ctr"/>
            <a:r>
              <a:rPr lang="en-US" sz="7200" dirty="0">
                <a:latin typeface="KG No Matter What" panose="02000507000000020003" pitchFamily="2" charset="0"/>
              </a:rPr>
              <a:t>Exploratory Testing</a:t>
            </a:r>
            <a:r>
              <a:rPr lang="en-US" sz="7200" dirty="0">
                <a:solidFill>
                  <a:schemeClr val="accent2"/>
                </a:solidFill>
                <a:latin typeface="KG No Matter What" panose="02000507000000020003" pitchFamily="2" charset="0"/>
              </a:rPr>
              <a:t>?</a:t>
            </a:r>
          </a:p>
        </p:txBody>
      </p:sp>
      <p:sp>
        <p:nvSpPr>
          <p:cNvPr id="5" name="Cloud 4">
            <a:extLst>
              <a:ext uri="{FF2B5EF4-FFF2-40B4-BE49-F238E27FC236}">
                <a16:creationId xmlns:a16="http://schemas.microsoft.com/office/drawing/2014/main" id="{3BACF1F7-9E08-466F-A491-77C16E90727F}"/>
              </a:ext>
            </a:extLst>
          </p:cNvPr>
          <p:cNvSpPr/>
          <p:nvPr/>
        </p:nvSpPr>
        <p:spPr>
          <a:xfrm>
            <a:off x="1902941" y="2643244"/>
            <a:ext cx="3667279" cy="1645920"/>
          </a:xfrm>
          <a:prstGeom prst="cloud">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400" dirty="0">
                <a:latin typeface="Arial" panose="020B0604020202020204" pitchFamily="34" charset="0"/>
                <a:cs typeface="Arial" panose="020B0604020202020204" pitchFamily="34" charset="0"/>
              </a:rPr>
              <a:t>TEST DESIGN</a:t>
            </a:r>
          </a:p>
        </p:txBody>
      </p:sp>
      <p:sp>
        <p:nvSpPr>
          <p:cNvPr id="6" name="Cloud 5">
            <a:extLst>
              <a:ext uri="{FF2B5EF4-FFF2-40B4-BE49-F238E27FC236}">
                <a16:creationId xmlns:a16="http://schemas.microsoft.com/office/drawing/2014/main" id="{11FF676D-A117-4659-8373-49DD3492AE76}"/>
              </a:ext>
            </a:extLst>
          </p:cNvPr>
          <p:cNvSpPr/>
          <p:nvPr/>
        </p:nvSpPr>
        <p:spPr>
          <a:xfrm>
            <a:off x="6621780" y="2555614"/>
            <a:ext cx="3667278" cy="1645920"/>
          </a:xfrm>
          <a:prstGeom prst="cloud">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2400" dirty="0">
                <a:latin typeface="Arial" panose="020B0604020202020204" pitchFamily="34" charset="0"/>
                <a:cs typeface="Arial" panose="020B0604020202020204" pitchFamily="34" charset="0"/>
              </a:rPr>
              <a:t>TEST EXECUTION</a:t>
            </a:r>
          </a:p>
        </p:txBody>
      </p:sp>
      <p:sp>
        <p:nvSpPr>
          <p:cNvPr id="11" name="Cloud 10">
            <a:extLst>
              <a:ext uri="{FF2B5EF4-FFF2-40B4-BE49-F238E27FC236}">
                <a16:creationId xmlns:a16="http://schemas.microsoft.com/office/drawing/2014/main" id="{FCA5EC89-3531-4D11-9417-830C0AD49110}"/>
              </a:ext>
            </a:extLst>
          </p:cNvPr>
          <p:cNvSpPr/>
          <p:nvPr/>
        </p:nvSpPr>
        <p:spPr>
          <a:xfrm>
            <a:off x="5638800" y="4496921"/>
            <a:ext cx="2205990" cy="1345826"/>
          </a:xfrm>
          <a:prstGeom prst="cloud">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1600" dirty="0">
                <a:latin typeface="Arial" panose="020B0604020202020204" pitchFamily="34" charset="0"/>
                <a:cs typeface="Arial" panose="020B0604020202020204" pitchFamily="34" charset="0"/>
              </a:rPr>
              <a:t>MANUAL</a:t>
            </a:r>
          </a:p>
        </p:txBody>
      </p:sp>
      <p:sp>
        <p:nvSpPr>
          <p:cNvPr id="12" name="Cloud 11">
            <a:extLst>
              <a:ext uri="{FF2B5EF4-FFF2-40B4-BE49-F238E27FC236}">
                <a16:creationId xmlns:a16="http://schemas.microsoft.com/office/drawing/2014/main" id="{526FA673-9DDB-4722-B9DB-E9FEEF8A78C4}"/>
              </a:ext>
            </a:extLst>
          </p:cNvPr>
          <p:cNvSpPr/>
          <p:nvPr/>
        </p:nvSpPr>
        <p:spPr>
          <a:xfrm>
            <a:off x="8359140" y="4452276"/>
            <a:ext cx="2205990" cy="1345826"/>
          </a:xfrm>
          <a:prstGeom prst="cloud">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1600" dirty="0">
                <a:latin typeface="Arial" panose="020B0604020202020204" pitchFamily="34" charset="0"/>
                <a:cs typeface="Arial" panose="020B0604020202020204" pitchFamily="34" charset="0"/>
              </a:rPr>
              <a:t>AUTOMATED</a:t>
            </a:r>
          </a:p>
        </p:txBody>
      </p:sp>
      <p:sp>
        <p:nvSpPr>
          <p:cNvPr id="13" name="Arrow: Left-Right 12">
            <a:extLst>
              <a:ext uri="{FF2B5EF4-FFF2-40B4-BE49-F238E27FC236}">
                <a16:creationId xmlns:a16="http://schemas.microsoft.com/office/drawing/2014/main" id="{AFA4D1E8-9026-42C7-83A5-40D1B2874F0E}"/>
              </a:ext>
            </a:extLst>
          </p:cNvPr>
          <p:cNvSpPr/>
          <p:nvPr/>
        </p:nvSpPr>
        <p:spPr>
          <a:xfrm>
            <a:off x="7830504" y="4965505"/>
            <a:ext cx="520065" cy="319369"/>
          </a:xfrm>
          <a:prstGeom prst="lef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dirty="0"/>
          </a:p>
        </p:txBody>
      </p:sp>
      <p:sp>
        <p:nvSpPr>
          <p:cNvPr id="9" name="Arrow: Right 8">
            <a:extLst>
              <a:ext uri="{FF2B5EF4-FFF2-40B4-BE49-F238E27FC236}">
                <a16:creationId xmlns:a16="http://schemas.microsoft.com/office/drawing/2014/main" id="{2354E310-F4A9-4671-A311-A840FCD12AD8}"/>
              </a:ext>
            </a:extLst>
          </p:cNvPr>
          <p:cNvSpPr/>
          <p:nvPr/>
        </p:nvSpPr>
        <p:spPr>
          <a:xfrm>
            <a:off x="5730477" y="3069583"/>
            <a:ext cx="320511" cy="538096"/>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156DE939-CF67-4171-A7C5-ACA0BBC9A6B7}"/>
              </a:ext>
            </a:extLst>
          </p:cNvPr>
          <p:cNvSpPr/>
          <p:nvPr/>
        </p:nvSpPr>
        <p:spPr>
          <a:xfrm rot="10800000">
            <a:off x="6141013" y="3073138"/>
            <a:ext cx="320511" cy="538096"/>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30894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78DCECC-C2AA-4A17-B35B-4F46EE85D7F6}"/>
              </a:ext>
            </a:extLst>
          </p:cNvPr>
          <p:cNvSpPr txBox="1"/>
          <p:nvPr/>
        </p:nvSpPr>
        <p:spPr>
          <a:xfrm>
            <a:off x="2219298" y="1059899"/>
            <a:ext cx="8216174" cy="1200329"/>
          </a:xfrm>
          <a:prstGeom prst="rect">
            <a:avLst/>
          </a:prstGeom>
          <a:noFill/>
        </p:spPr>
        <p:txBody>
          <a:bodyPr wrap="square" rtlCol="0">
            <a:spAutoFit/>
          </a:bodyPr>
          <a:lstStyle/>
          <a:p>
            <a:pPr algn="ctr"/>
            <a:r>
              <a:rPr lang="en-US" sz="7200" dirty="0">
                <a:latin typeface="KG No Matter What" panose="02000507000000020003" pitchFamily="2" charset="0"/>
              </a:rPr>
              <a:t>Exploratory Testing</a:t>
            </a:r>
            <a:r>
              <a:rPr lang="en-US" sz="7200" dirty="0">
                <a:solidFill>
                  <a:schemeClr val="accent2"/>
                </a:solidFill>
                <a:latin typeface="KG No Matter What" panose="02000507000000020003" pitchFamily="2" charset="0"/>
              </a:rPr>
              <a:t>?</a:t>
            </a:r>
          </a:p>
        </p:txBody>
      </p:sp>
      <p:sp>
        <p:nvSpPr>
          <p:cNvPr id="5" name="Cloud 4">
            <a:extLst>
              <a:ext uri="{FF2B5EF4-FFF2-40B4-BE49-F238E27FC236}">
                <a16:creationId xmlns:a16="http://schemas.microsoft.com/office/drawing/2014/main" id="{3BACF1F7-9E08-466F-A491-77C16E90727F}"/>
              </a:ext>
            </a:extLst>
          </p:cNvPr>
          <p:cNvSpPr/>
          <p:nvPr/>
        </p:nvSpPr>
        <p:spPr>
          <a:xfrm>
            <a:off x="1875934" y="2643244"/>
            <a:ext cx="3694287" cy="1645920"/>
          </a:xfrm>
          <a:prstGeom prst="cloud">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400" dirty="0">
                <a:latin typeface="Arial" panose="020B0604020202020204" pitchFamily="34" charset="0"/>
                <a:cs typeface="Arial" panose="020B0604020202020204" pitchFamily="34" charset="0"/>
              </a:rPr>
              <a:t>TEST DESIGN</a:t>
            </a:r>
          </a:p>
        </p:txBody>
      </p:sp>
      <p:sp>
        <p:nvSpPr>
          <p:cNvPr id="6" name="Cloud 5">
            <a:extLst>
              <a:ext uri="{FF2B5EF4-FFF2-40B4-BE49-F238E27FC236}">
                <a16:creationId xmlns:a16="http://schemas.microsoft.com/office/drawing/2014/main" id="{11FF676D-A117-4659-8373-49DD3492AE76}"/>
              </a:ext>
            </a:extLst>
          </p:cNvPr>
          <p:cNvSpPr/>
          <p:nvPr/>
        </p:nvSpPr>
        <p:spPr>
          <a:xfrm>
            <a:off x="6621779" y="2555614"/>
            <a:ext cx="3694287" cy="1645920"/>
          </a:xfrm>
          <a:prstGeom prst="cloud">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2400" dirty="0">
                <a:latin typeface="Arial" panose="020B0604020202020204" pitchFamily="34" charset="0"/>
                <a:cs typeface="Arial" panose="020B0604020202020204" pitchFamily="34" charset="0"/>
              </a:rPr>
              <a:t>TEST EXECUTION</a:t>
            </a:r>
          </a:p>
        </p:txBody>
      </p:sp>
      <p:sp>
        <p:nvSpPr>
          <p:cNvPr id="11" name="Cloud 10">
            <a:extLst>
              <a:ext uri="{FF2B5EF4-FFF2-40B4-BE49-F238E27FC236}">
                <a16:creationId xmlns:a16="http://schemas.microsoft.com/office/drawing/2014/main" id="{FCA5EC89-3531-4D11-9417-830C0AD49110}"/>
              </a:ext>
            </a:extLst>
          </p:cNvPr>
          <p:cNvSpPr/>
          <p:nvPr/>
        </p:nvSpPr>
        <p:spPr>
          <a:xfrm>
            <a:off x="1604010" y="4531211"/>
            <a:ext cx="2205990" cy="1345826"/>
          </a:xfrm>
          <a:prstGeom prst="cloud">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dirty="0">
                <a:latin typeface="Arial" panose="020B0604020202020204" pitchFamily="34" charset="0"/>
                <a:cs typeface="Arial" panose="020B0604020202020204" pitchFamily="34" charset="0"/>
              </a:rPr>
              <a:t>MANUAL</a:t>
            </a:r>
          </a:p>
        </p:txBody>
      </p:sp>
      <p:sp>
        <p:nvSpPr>
          <p:cNvPr id="12" name="Cloud 11">
            <a:extLst>
              <a:ext uri="{FF2B5EF4-FFF2-40B4-BE49-F238E27FC236}">
                <a16:creationId xmlns:a16="http://schemas.microsoft.com/office/drawing/2014/main" id="{526FA673-9DDB-4722-B9DB-E9FEEF8A78C4}"/>
              </a:ext>
            </a:extLst>
          </p:cNvPr>
          <p:cNvSpPr/>
          <p:nvPr/>
        </p:nvSpPr>
        <p:spPr>
          <a:xfrm>
            <a:off x="4324350" y="4486566"/>
            <a:ext cx="2205990" cy="1345826"/>
          </a:xfrm>
          <a:prstGeom prst="cloud">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dirty="0">
                <a:latin typeface="Arial" panose="020B0604020202020204" pitchFamily="34" charset="0"/>
                <a:cs typeface="Arial" panose="020B0604020202020204" pitchFamily="34" charset="0"/>
              </a:rPr>
              <a:t>AUTOMATED</a:t>
            </a:r>
          </a:p>
        </p:txBody>
      </p:sp>
      <p:sp>
        <p:nvSpPr>
          <p:cNvPr id="13" name="Arrow: Left-Right 12">
            <a:extLst>
              <a:ext uri="{FF2B5EF4-FFF2-40B4-BE49-F238E27FC236}">
                <a16:creationId xmlns:a16="http://schemas.microsoft.com/office/drawing/2014/main" id="{AFA4D1E8-9026-42C7-83A5-40D1B2874F0E}"/>
              </a:ext>
            </a:extLst>
          </p:cNvPr>
          <p:cNvSpPr/>
          <p:nvPr/>
        </p:nvSpPr>
        <p:spPr>
          <a:xfrm>
            <a:off x="3795714" y="4999795"/>
            <a:ext cx="520065" cy="319369"/>
          </a:xfrm>
          <a:prstGeom prst="leftRightArrow">
            <a:avLst/>
          </a:prstGeom>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dirty="0"/>
          </a:p>
        </p:txBody>
      </p:sp>
      <p:sp>
        <p:nvSpPr>
          <p:cNvPr id="9" name="Arrow: Right 8">
            <a:extLst>
              <a:ext uri="{FF2B5EF4-FFF2-40B4-BE49-F238E27FC236}">
                <a16:creationId xmlns:a16="http://schemas.microsoft.com/office/drawing/2014/main" id="{FD950026-962A-4A60-A7EB-A9671F3092B2}"/>
              </a:ext>
            </a:extLst>
          </p:cNvPr>
          <p:cNvSpPr/>
          <p:nvPr/>
        </p:nvSpPr>
        <p:spPr>
          <a:xfrm>
            <a:off x="5730477" y="3069583"/>
            <a:ext cx="320511" cy="538096"/>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82BB28DF-2CB6-4140-83A4-E28057184BA3}"/>
              </a:ext>
            </a:extLst>
          </p:cNvPr>
          <p:cNvSpPr/>
          <p:nvPr/>
        </p:nvSpPr>
        <p:spPr>
          <a:xfrm rot="10800000">
            <a:off x="6141013" y="3073138"/>
            <a:ext cx="320511" cy="538096"/>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69824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78DCECC-C2AA-4A17-B35B-4F46EE85D7F6}"/>
              </a:ext>
            </a:extLst>
          </p:cNvPr>
          <p:cNvSpPr txBox="1"/>
          <p:nvPr/>
        </p:nvSpPr>
        <p:spPr>
          <a:xfrm>
            <a:off x="1324560" y="270241"/>
            <a:ext cx="10148669" cy="2308324"/>
          </a:xfrm>
          <a:prstGeom prst="rect">
            <a:avLst/>
          </a:prstGeom>
          <a:noFill/>
        </p:spPr>
        <p:txBody>
          <a:bodyPr wrap="square" rtlCol="0">
            <a:spAutoFit/>
          </a:bodyPr>
          <a:lstStyle/>
          <a:p>
            <a:pPr algn="ctr"/>
            <a:r>
              <a:rPr lang="en-US" sz="7200" dirty="0">
                <a:solidFill>
                  <a:srgbClr val="01CE7D"/>
                </a:solidFill>
                <a:latin typeface="KG No Matter What" panose="02000507000000020003" pitchFamily="2" charset="0"/>
              </a:rPr>
              <a:t>Contemporary</a:t>
            </a:r>
            <a:r>
              <a:rPr lang="en-US" sz="7200" dirty="0">
                <a:latin typeface="KG No Matter What" panose="02000507000000020003" pitchFamily="2" charset="0"/>
              </a:rPr>
              <a:t> Exploratory Testing</a:t>
            </a:r>
            <a:endParaRPr lang="en-US" sz="7200" dirty="0">
              <a:solidFill>
                <a:schemeClr val="accent2"/>
              </a:solidFill>
              <a:latin typeface="KG No Matter What" panose="02000507000000020003" pitchFamily="2" charset="0"/>
            </a:endParaRPr>
          </a:p>
        </p:txBody>
      </p:sp>
      <p:sp>
        <p:nvSpPr>
          <p:cNvPr id="5" name="Cloud 4">
            <a:extLst>
              <a:ext uri="{FF2B5EF4-FFF2-40B4-BE49-F238E27FC236}">
                <a16:creationId xmlns:a16="http://schemas.microsoft.com/office/drawing/2014/main" id="{3BACF1F7-9E08-466F-A491-77C16E90727F}"/>
              </a:ext>
            </a:extLst>
          </p:cNvPr>
          <p:cNvSpPr/>
          <p:nvPr/>
        </p:nvSpPr>
        <p:spPr>
          <a:xfrm>
            <a:off x="2586990" y="2643244"/>
            <a:ext cx="2983230" cy="1645920"/>
          </a:xfrm>
          <a:prstGeom prst="cloud">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000" dirty="0">
                <a:latin typeface="Arial" panose="020B0604020202020204" pitchFamily="34" charset="0"/>
                <a:cs typeface="Arial" panose="020B0604020202020204" pitchFamily="34" charset="0"/>
              </a:rPr>
              <a:t>MANUAL</a:t>
            </a:r>
          </a:p>
        </p:txBody>
      </p:sp>
      <p:sp>
        <p:nvSpPr>
          <p:cNvPr id="6" name="Cloud 5">
            <a:extLst>
              <a:ext uri="{FF2B5EF4-FFF2-40B4-BE49-F238E27FC236}">
                <a16:creationId xmlns:a16="http://schemas.microsoft.com/office/drawing/2014/main" id="{11FF676D-A117-4659-8373-49DD3492AE76}"/>
              </a:ext>
            </a:extLst>
          </p:cNvPr>
          <p:cNvSpPr/>
          <p:nvPr/>
        </p:nvSpPr>
        <p:spPr>
          <a:xfrm>
            <a:off x="6621780" y="2555614"/>
            <a:ext cx="2983230" cy="1645920"/>
          </a:xfrm>
          <a:prstGeom prst="cloud">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000" dirty="0">
                <a:latin typeface="Arial" panose="020B0604020202020204" pitchFamily="34" charset="0"/>
                <a:cs typeface="Arial" panose="020B0604020202020204" pitchFamily="34" charset="0"/>
              </a:rPr>
              <a:t>AUTOMATED</a:t>
            </a:r>
          </a:p>
        </p:txBody>
      </p:sp>
      <p:sp>
        <p:nvSpPr>
          <p:cNvPr id="9" name="TextBox 8">
            <a:extLst>
              <a:ext uri="{FF2B5EF4-FFF2-40B4-BE49-F238E27FC236}">
                <a16:creationId xmlns:a16="http://schemas.microsoft.com/office/drawing/2014/main" id="{653C2756-DE67-48D1-926A-18D5BCE9391B}"/>
              </a:ext>
            </a:extLst>
          </p:cNvPr>
          <p:cNvSpPr txBox="1"/>
          <p:nvPr/>
        </p:nvSpPr>
        <p:spPr>
          <a:xfrm>
            <a:off x="5174112" y="3994250"/>
            <a:ext cx="1843774" cy="830997"/>
          </a:xfrm>
          <a:prstGeom prst="rect">
            <a:avLst/>
          </a:prstGeom>
          <a:noFill/>
        </p:spPr>
        <p:txBody>
          <a:bodyPr wrap="none" rtlCol="0">
            <a:spAutoFit/>
          </a:bodyPr>
          <a:lstStyle/>
          <a:p>
            <a:pPr algn="ctr"/>
            <a:r>
              <a:rPr lang="en-US" sz="2400" dirty="0">
                <a:latin typeface="Arial" panose="020B0604020202020204" pitchFamily="34" charset="0"/>
                <a:cs typeface="Arial" panose="020B0604020202020204" pitchFamily="34" charset="0"/>
              </a:rPr>
              <a:t>LEARNING,</a:t>
            </a:r>
          </a:p>
          <a:p>
            <a:pPr algn="ctr"/>
            <a:r>
              <a:rPr lang="en-US" sz="2400" dirty="0">
                <a:latin typeface="Arial" panose="020B0604020202020204" pitchFamily="34" charset="0"/>
                <a:cs typeface="Arial" panose="020B0604020202020204" pitchFamily="34" charset="0"/>
              </a:rPr>
              <a:t>AGENCY</a:t>
            </a:r>
          </a:p>
        </p:txBody>
      </p:sp>
      <p:sp>
        <p:nvSpPr>
          <p:cNvPr id="10" name="Arrow: Down 9">
            <a:extLst>
              <a:ext uri="{FF2B5EF4-FFF2-40B4-BE49-F238E27FC236}">
                <a16:creationId xmlns:a16="http://schemas.microsoft.com/office/drawing/2014/main" id="{E9CA013D-CF76-494F-901E-AA1EB3F6C849}"/>
              </a:ext>
            </a:extLst>
          </p:cNvPr>
          <p:cNvSpPr/>
          <p:nvPr/>
        </p:nvSpPr>
        <p:spPr>
          <a:xfrm>
            <a:off x="5793104" y="4949427"/>
            <a:ext cx="605791" cy="375645"/>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615A069E-1D33-4C0B-9750-6C73C8EED725}"/>
              </a:ext>
            </a:extLst>
          </p:cNvPr>
          <p:cNvSpPr txBox="1"/>
          <p:nvPr/>
        </p:nvSpPr>
        <p:spPr>
          <a:xfrm>
            <a:off x="4434227" y="5495390"/>
            <a:ext cx="3376886" cy="461665"/>
          </a:xfrm>
          <a:prstGeom prst="rect">
            <a:avLst/>
          </a:prstGeom>
          <a:noFill/>
        </p:spPr>
        <p:txBody>
          <a:bodyPr wrap="none" rtlCol="0">
            <a:spAutoFit/>
          </a:bodyPr>
          <a:lstStyle/>
          <a:p>
            <a:pPr algn="ctr"/>
            <a:r>
              <a:rPr lang="en-US" sz="2400" dirty="0">
                <a:latin typeface="Arial" panose="020B0604020202020204" pitchFamily="34" charset="0"/>
                <a:cs typeface="Arial" panose="020B0604020202020204" pitchFamily="34" charset="0"/>
              </a:rPr>
              <a:t>IMPACTFUL RESULTS</a:t>
            </a:r>
          </a:p>
        </p:txBody>
      </p:sp>
      <p:sp>
        <p:nvSpPr>
          <p:cNvPr id="11" name="Arrow: Right 10">
            <a:extLst>
              <a:ext uri="{FF2B5EF4-FFF2-40B4-BE49-F238E27FC236}">
                <a16:creationId xmlns:a16="http://schemas.microsoft.com/office/drawing/2014/main" id="{5AF32ED6-67C7-43B5-9CAD-3A4C7AFF4959}"/>
              </a:ext>
            </a:extLst>
          </p:cNvPr>
          <p:cNvSpPr/>
          <p:nvPr/>
        </p:nvSpPr>
        <p:spPr>
          <a:xfrm>
            <a:off x="5730477" y="3069583"/>
            <a:ext cx="320511" cy="538096"/>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DAA20290-9D69-48B9-8F29-E1E87151DD30}"/>
              </a:ext>
            </a:extLst>
          </p:cNvPr>
          <p:cNvSpPr/>
          <p:nvPr/>
        </p:nvSpPr>
        <p:spPr>
          <a:xfrm rot="10800000">
            <a:off x="6141013" y="3073138"/>
            <a:ext cx="320511" cy="538096"/>
          </a:xfrm>
          <a:prstGeom prst="righ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840096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2B91287-0236-4321-A091-6EDBFF52BF98}"/>
              </a:ext>
            </a:extLst>
          </p:cNvPr>
          <p:cNvSpPr/>
          <p:nvPr/>
        </p:nvSpPr>
        <p:spPr>
          <a:xfrm>
            <a:off x="448962" y="973807"/>
            <a:ext cx="11294076" cy="4524315"/>
          </a:xfrm>
          <a:prstGeom prst="rect">
            <a:avLst/>
          </a:prstGeom>
        </p:spPr>
        <p:txBody>
          <a:bodyPr wrap="square">
            <a:spAutoFit/>
          </a:bodyPr>
          <a:lstStyle/>
          <a:p>
            <a:pPr algn="ctr"/>
            <a:r>
              <a:rPr lang="en-US" sz="7200" dirty="0">
                <a:solidFill>
                  <a:srgbClr val="0F1419"/>
                </a:solidFill>
                <a:latin typeface="Arial" panose="020B0604020202020204" pitchFamily="34" charset="0"/>
                <a:cs typeface="Arial" panose="020B0604020202020204" pitchFamily="34" charset="0"/>
              </a:rPr>
              <a:t>You can't </a:t>
            </a:r>
            <a:r>
              <a:rPr lang="en-US" sz="7200" dirty="0">
                <a:solidFill>
                  <a:srgbClr val="01CE7D"/>
                </a:solidFill>
                <a:latin typeface="Arial" panose="020B0604020202020204" pitchFamily="34" charset="0"/>
                <a:cs typeface="Arial" panose="020B0604020202020204" pitchFamily="34" charset="0"/>
              </a:rPr>
              <a:t>automate well without exploring</a:t>
            </a:r>
            <a:r>
              <a:rPr lang="en-US" sz="7200" dirty="0">
                <a:solidFill>
                  <a:srgbClr val="0F1419"/>
                </a:solidFill>
                <a:latin typeface="Arial" panose="020B0604020202020204" pitchFamily="34" charset="0"/>
                <a:cs typeface="Arial" panose="020B0604020202020204" pitchFamily="34" charset="0"/>
              </a:rPr>
              <a:t>. You can't </a:t>
            </a:r>
            <a:r>
              <a:rPr lang="en-US" sz="7200" dirty="0">
                <a:solidFill>
                  <a:srgbClr val="FD671B"/>
                </a:solidFill>
                <a:latin typeface="Arial" panose="020B0604020202020204" pitchFamily="34" charset="0"/>
                <a:cs typeface="Arial" panose="020B0604020202020204" pitchFamily="34" charset="0"/>
              </a:rPr>
              <a:t>explore well without automating</a:t>
            </a:r>
            <a:r>
              <a:rPr lang="en-US" sz="7200" dirty="0">
                <a:solidFill>
                  <a:srgbClr val="0F1419"/>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760346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0F8327E-5E78-4631-927B-0FBE87AEFAA3}"/>
              </a:ext>
            </a:extLst>
          </p:cNvPr>
          <p:cNvPicPr>
            <a:picLocks noChangeAspect="1"/>
          </p:cNvPicPr>
          <p:nvPr/>
        </p:nvPicPr>
        <p:blipFill>
          <a:blip r:embed="rId3"/>
          <a:stretch>
            <a:fillRect/>
          </a:stretch>
        </p:blipFill>
        <p:spPr>
          <a:xfrm>
            <a:off x="2056926" y="257907"/>
            <a:ext cx="7449253" cy="6342185"/>
          </a:xfrm>
          <a:prstGeom prst="rect">
            <a:avLst/>
          </a:prstGeom>
        </p:spPr>
      </p:pic>
      <p:sp>
        <p:nvSpPr>
          <p:cNvPr id="2" name="TextBox 1">
            <a:extLst>
              <a:ext uri="{FF2B5EF4-FFF2-40B4-BE49-F238E27FC236}">
                <a16:creationId xmlns:a16="http://schemas.microsoft.com/office/drawing/2014/main" id="{22C8BC8E-7635-436E-A727-3D6C51B9EEF2}"/>
              </a:ext>
            </a:extLst>
          </p:cNvPr>
          <p:cNvSpPr txBox="1"/>
          <p:nvPr/>
        </p:nvSpPr>
        <p:spPr>
          <a:xfrm rot="16200000">
            <a:off x="8449071" y="2324022"/>
            <a:ext cx="5279009" cy="1323439"/>
          </a:xfrm>
          <a:prstGeom prst="rect">
            <a:avLst/>
          </a:prstGeom>
          <a:noFill/>
        </p:spPr>
        <p:txBody>
          <a:bodyPr wrap="none" rtlCol="0">
            <a:spAutoFit/>
          </a:bodyPr>
          <a:lstStyle/>
          <a:p>
            <a:r>
              <a:rPr lang="en-US" sz="8000" dirty="0">
                <a:latin typeface="KG No Matter What" panose="02000507000000020003" pitchFamily="2" charset="0"/>
              </a:rPr>
              <a:t>An </a:t>
            </a:r>
            <a:r>
              <a:rPr lang="en-US" sz="8000" dirty="0">
                <a:solidFill>
                  <a:srgbClr val="01CE7D"/>
                </a:solidFill>
                <a:latin typeface="KG No Matter What" panose="02000507000000020003" pitchFamily="2" charset="0"/>
              </a:rPr>
              <a:t>Example</a:t>
            </a:r>
          </a:p>
        </p:txBody>
      </p:sp>
    </p:spTree>
    <p:extLst>
      <p:ext uri="{BB962C8B-B14F-4D97-AF65-F5344CB8AC3E}">
        <p14:creationId xmlns:p14="http://schemas.microsoft.com/office/powerpoint/2010/main" val="6836850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95A6C7-7F9D-4699-9614-D98F3EA685BE}"/>
              </a:ext>
            </a:extLst>
          </p:cNvPr>
          <p:cNvPicPr>
            <a:picLocks noChangeAspect="1"/>
          </p:cNvPicPr>
          <p:nvPr/>
        </p:nvPicPr>
        <p:blipFill>
          <a:blip r:embed="rId3"/>
          <a:stretch>
            <a:fillRect/>
          </a:stretch>
        </p:blipFill>
        <p:spPr>
          <a:xfrm>
            <a:off x="2700615" y="31981"/>
            <a:ext cx="6790771" cy="6142362"/>
          </a:xfrm>
          <a:prstGeom prst="rect">
            <a:avLst/>
          </a:prstGeom>
        </p:spPr>
      </p:pic>
      <p:grpSp>
        <p:nvGrpSpPr>
          <p:cNvPr id="10" name="Group 9">
            <a:extLst>
              <a:ext uri="{FF2B5EF4-FFF2-40B4-BE49-F238E27FC236}">
                <a16:creationId xmlns:a16="http://schemas.microsoft.com/office/drawing/2014/main" id="{3BD2CB12-FA3A-4485-ADF7-572F91E36590}"/>
              </a:ext>
            </a:extLst>
          </p:cNvPr>
          <p:cNvGrpSpPr/>
          <p:nvPr/>
        </p:nvGrpSpPr>
        <p:grpSpPr>
          <a:xfrm>
            <a:off x="8507731" y="4075758"/>
            <a:ext cx="2000250" cy="1318582"/>
            <a:chOff x="6983731" y="4075758"/>
            <a:chExt cx="2000250" cy="1318582"/>
          </a:xfrm>
        </p:grpSpPr>
        <p:sp>
          <p:nvSpPr>
            <p:cNvPr id="5" name="Arrow: Down 4">
              <a:extLst>
                <a:ext uri="{FF2B5EF4-FFF2-40B4-BE49-F238E27FC236}">
                  <a16:creationId xmlns:a16="http://schemas.microsoft.com/office/drawing/2014/main" id="{1DFC34D4-D5FC-4532-9B5C-D310F53236E4}"/>
                </a:ext>
              </a:extLst>
            </p:cNvPr>
            <p:cNvSpPr/>
            <p:nvPr/>
          </p:nvSpPr>
          <p:spPr>
            <a:xfrm rot="6629105">
              <a:off x="7385538" y="4032738"/>
              <a:ext cx="746299" cy="832339"/>
            </a:xfrm>
            <a:prstGeom prst="down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BB026990-116B-4482-B1DD-B515DCEEE952}"/>
                </a:ext>
              </a:extLst>
            </p:cNvPr>
            <p:cNvSpPr txBox="1"/>
            <p:nvPr/>
          </p:nvSpPr>
          <p:spPr>
            <a:xfrm>
              <a:off x="6983731" y="4932675"/>
              <a:ext cx="2000250" cy="461665"/>
            </a:xfrm>
            <a:prstGeom prst="rect">
              <a:avLst/>
            </a:prstGeom>
            <a:noFill/>
          </p:spPr>
          <p:txBody>
            <a:bodyPr wrap="square" rtlCol="0">
              <a:spAutoFit/>
            </a:bodyPr>
            <a:lstStyle/>
            <a:p>
              <a:pPr algn="ctr"/>
              <a:r>
                <a:rPr lang="en-US" sz="2400" dirty="0">
                  <a:latin typeface="Arial" panose="020B0604020202020204" pitchFamily="34" charset="0"/>
                  <a:cs typeface="Arial" panose="020B0604020202020204" pitchFamily="34" charset="0"/>
                </a:rPr>
                <a:t>Algorithm</a:t>
              </a:r>
            </a:p>
          </p:txBody>
        </p:sp>
      </p:grpSp>
      <p:grpSp>
        <p:nvGrpSpPr>
          <p:cNvPr id="4" name="Group 3">
            <a:extLst>
              <a:ext uri="{FF2B5EF4-FFF2-40B4-BE49-F238E27FC236}">
                <a16:creationId xmlns:a16="http://schemas.microsoft.com/office/drawing/2014/main" id="{9E056738-4689-48B2-96F8-44A19A24056F}"/>
              </a:ext>
            </a:extLst>
          </p:cNvPr>
          <p:cNvGrpSpPr/>
          <p:nvPr/>
        </p:nvGrpSpPr>
        <p:grpSpPr>
          <a:xfrm>
            <a:off x="6242554" y="3018627"/>
            <a:ext cx="2690519" cy="849887"/>
            <a:chOff x="4718553" y="3018626"/>
            <a:chExt cx="2690519" cy="849887"/>
          </a:xfrm>
        </p:grpSpPr>
        <p:sp>
          <p:nvSpPr>
            <p:cNvPr id="6" name="Arrow: Down 5">
              <a:extLst>
                <a:ext uri="{FF2B5EF4-FFF2-40B4-BE49-F238E27FC236}">
                  <a16:creationId xmlns:a16="http://schemas.microsoft.com/office/drawing/2014/main" id="{21C26D7F-9C6D-4CDE-A198-4F105EBFEB90}"/>
                </a:ext>
              </a:extLst>
            </p:cNvPr>
            <p:cNvSpPr/>
            <p:nvPr/>
          </p:nvSpPr>
          <p:spPr>
            <a:xfrm rot="4360678">
              <a:off x="4761573" y="3079194"/>
              <a:ext cx="746299" cy="832339"/>
            </a:xfrm>
            <a:prstGeom prst="down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96981C11-15DA-4A7B-820A-02008392545E}"/>
                </a:ext>
              </a:extLst>
            </p:cNvPr>
            <p:cNvSpPr txBox="1"/>
            <p:nvPr/>
          </p:nvSpPr>
          <p:spPr>
            <a:xfrm>
              <a:off x="5571319" y="3018626"/>
              <a:ext cx="1837753" cy="461665"/>
            </a:xfrm>
            <a:prstGeom prst="rect">
              <a:avLst/>
            </a:prstGeom>
            <a:noFill/>
          </p:spPr>
          <p:txBody>
            <a:bodyPr wrap="square" rtlCol="0">
              <a:spAutoFit/>
            </a:bodyPr>
            <a:lstStyle/>
            <a:p>
              <a:pPr algn="ctr"/>
              <a:r>
                <a:rPr lang="en-US" sz="2400" dirty="0">
                  <a:latin typeface="Arial" panose="020B0604020202020204" pitchFamily="34" charset="0"/>
                  <a:cs typeface="Arial" panose="020B0604020202020204" pitchFamily="34" charset="0"/>
                </a:rPr>
                <a:t>Bug</a:t>
              </a:r>
            </a:p>
          </p:txBody>
        </p:sp>
      </p:grpSp>
      <p:grpSp>
        <p:nvGrpSpPr>
          <p:cNvPr id="11" name="Group 10">
            <a:extLst>
              <a:ext uri="{FF2B5EF4-FFF2-40B4-BE49-F238E27FC236}">
                <a16:creationId xmlns:a16="http://schemas.microsoft.com/office/drawing/2014/main" id="{6C7507AE-1777-4287-97CE-359682592921}"/>
              </a:ext>
            </a:extLst>
          </p:cNvPr>
          <p:cNvGrpSpPr/>
          <p:nvPr/>
        </p:nvGrpSpPr>
        <p:grpSpPr>
          <a:xfrm>
            <a:off x="7167121" y="2163291"/>
            <a:ext cx="2690519" cy="849887"/>
            <a:chOff x="4718553" y="3018626"/>
            <a:chExt cx="2690519" cy="849887"/>
          </a:xfrm>
        </p:grpSpPr>
        <p:sp>
          <p:nvSpPr>
            <p:cNvPr id="12" name="Arrow: Down 11">
              <a:extLst>
                <a:ext uri="{FF2B5EF4-FFF2-40B4-BE49-F238E27FC236}">
                  <a16:creationId xmlns:a16="http://schemas.microsoft.com/office/drawing/2014/main" id="{CC9C8E0B-EE97-417B-B5CB-92D01EC5F2B0}"/>
                </a:ext>
              </a:extLst>
            </p:cNvPr>
            <p:cNvSpPr/>
            <p:nvPr/>
          </p:nvSpPr>
          <p:spPr>
            <a:xfrm rot="4360678">
              <a:off x="4761573" y="3079194"/>
              <a:ext cx="746299" cy="832339"/>
            </a:xfrm>
            <a:prstGeom prst="down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AD8405AD-CBA4-4E94-A7CF-958F67EAC576}"/>
                </a:ext>
              </a:extLst>
            </p:cNvPr>
            <p:cNvSpPr txBox="1"/>
            <p:nvPr/>
          </p:nvSpPr>
          <p:spPr>
            <a:xfrm>
              <a:off x="5571319" y="3018626"/>
              <a:ext cx="1837753" cy="461665"/>
            </a:xfrm>
            <a:prstGeom prst="rect">
              <a:avLst/>
            </a:prstGeom>
            <a:noFill/>
          </p:spPr>
          <p:txBody>
            <a:bodyPr wrap="square" rtlCol="0">
              <a:spAutoFit/>
            </a:bodyPr>
            <a:lstStyle/>
            <a:p>
              <a:pPr algn="ctr"/>
              <a:r>
                <a:rPr lang="en-US" sz="2400" dirty="0">
                  <a:latin typeface="Arial" panose="020B0604020202020204" pitchFamily="34" charset="0"/>
                  <a:cs typeface="Arial" panose="020B0604020202020204" pitchFamily="34" charset="0"/>
                </a:rPr>
                <a:t>Test Cases</a:t>
              </a:r>
            </a:p>
          </p:txBody>
        </p:sp>
      </p:grpSp>
      <p:grpSp>
        <p:nvGrpSpPr>
          <p:cNvPr id="8" name="Group 7">
            <a:extLst>
              <a:ext uri="{FF2B5EF4-FFF2-40B4-BE49-F238E27FC236}">
                <a16:creationId xmlns:a16="http://schemas.microsoft.com/office/drawing/2014/main" id="{CC690E56-5AD4-44AA-AE1A-A5EE5AACC08A}"/>
              </a:ext>
            </a:extLst>
          </p:cNvPr>
          <p:cNvGrpSpPr/>
          <p:nvPr/>
        </p:nvGrpSpPr>
        <p:grpSpPr>
          <a:xfrm>
            <a:off x="449904" y="3952849"/>
            <a:ext cx="2300626" cy="1390740"/>
            <a:chOff x="449904" y="3952849"/>
            <a:chExt cx="2300626" cy="1390740"/>
          </a:xfrm>
        </p:grpSpPr>
        <p:sp>
          <p:nvSpPr>
            <p:cNvPr id="15" name="Arrow: Down 14">
              <a:extLst>
                <a:ext uri="{FF2B5EF4-FFF2-40B4-BE49-F238E27FC236}">
                  <a16:creationId xmlns:a16="http://schemas.microsoft.com/office/drawing/2014/main" id="{F2887E1D-C6FF-403D-8D3E-3393B5CE7376}"/>
                </a:ext>
              </a:extLst>
            </p:cNvPr>
            <p:cNvSpPr/>
            <p:nvPr/>
          </p:nvSpPr>
          <p:spPr>
            <a:xfrm rot="17821997">
              <a:off x="1961211" y="4554270"/>
              <a:ext cx="746299" cy="832339"/>
            </a:xfrm>
            <a:prstGeom prst="down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2B6302A1-83B8-4DAB-8124-FF17A523118B}"/>
                </a:ext>
              </a:extLst>
            </p:cNvPr>
            <p:cNvSpPr txBox="1"/>
            <p:nvPr/>
          </p:nvSpPr>
          <p:spPr>
            <a:xfrm>
              <a:off x="449904" y="3952849"/>
              <a:ext cx="1837753" cy="461665"/>
            </a:xfrm>
            <a:prstGeom prst="rect">
              <a:avLst/>
            </a:prstGeom>
            <a:noFill/>
          </p:spPr>
          <p:txBody>
            <a:bodyPr wrap="square" rtlCol="0">
              <a:spAutoFit/>
            </a:bodyPr>
            <a:lstStyle/>
            <a:p>
              <a:pPr algn="ctr"/>
              <a:r>
                <a:rPr lang="en-US" sz="2400" dirty="0">
                  <a:latin typeface="Arial" panose="020B0604020202020204" pitchFamily="34" charset="0"/>
                  <a:cs typeface="Arial" panose="020B0604020202020204" pitchFamily="34" charset="0"/>
                </a:rPr>
                <a:t>Test data</a:t>
              </a:r>
            </a:p>
          </p:txBody>
        </p:sp>
      </p:grpSp>
      <p:sp>
        <p:nvSpPr>
          <p:cNvPr id="17" name="TextBox 16">
            <a:extLst>
              <a:ext uri="{FF2B5EF4-FFF2-40B4-BE49-F238E27FC236}">
                <a16:creationId xmlns:a16="http://schemas.microsoft.com/office/drawing/2014/main" id="{34B53877-55DC-43E5-AD59-ECD47A43598D}"/>
              </a:ext>
            </a:extLst>
          </p:cNvPr>
          <p:cNvSpPr txBox="1"/>
          <p:nvPr/>
        </p:nvSpPr>
        <p:spPr>
          <a:xfrm rot="16200000">
            <a:off x="9106305" y="2324022"/>
            <a:ext cx="3964547" cy="1323439"/>
          </a:xfrm>
          <a:prstGeom prst="rect">
            <a:avLst/>
          </a:prstGeom>
          <a:noFill/>
        </p:spPr>
        <p:txBody>
          <a:bodyPr wrap="none" rtlCol="0">
            <a:spAutoFit/>
          </a:bodyPr>
          <a:lstStyle/>
          <a:p>
            <a:r>
              <a:rPr lang="en-US" sz="8000" dirty="0">
                <a:solidFill>
                  <a:srgbClr val="FD671B"/>
                </a:solidFill>
                <a:latin typeface="KG No Matter What" panose="02000507000000020003" pitchFamily="2" charset="0"/>
              </a:rPr>
              <a:t>Openings</a:t>
            </a:r>
          </a:p>
        </p:txBody>
      </p:sp>
    </p:spTree>
    <p:extLst>
      <p:ext uri="{BB962C8B-B14F-4D97-AF65-F5344CB8AC3E}">
        <p14:creationId xmlns:p14="http://schemas.microsoft.com/office/powerpoint/2010/main" val="3899505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578FB38-7392-4E89-B317-6344A911E1E7}"/>
              </a:ext>
            </a:extLst>
          </p:cNvPr>
          <p:cNvSpPr>
            <a:spLocks noGrp="1"/>
          </p:cNvSpPr>
          <p:nvPr>
            <p:ph type="title"/>
          </p:nvPr>
        </p:nvSpPr>
        <p:spPr>
          <a:xfrm>
            <a:off x="838200" y="232228"/>
            <a:ext cx="10515600" cy="1325563"/>
          </a:xfrm>
        </p:spPr>
        <p:txBody>
          <a:bodyPr>
            <a:normAutofit/>
          </a:bodyPr>
          <a:lstStyle/>
          <a:p>
            <a:r>
              <a:rPr lang="en-US" sz="4400" b="0" dirty="0">
                <a:solidFill>
                  <a:schemeClr val="tx1"/>
                </a:solidFill>
                <a:latin typeface="KG No Matter What" panose="02000507000000020003" pitchFamily="2" charset="0"/>
              </a:rPr>
              <a:t>Traditional Exploratory Testing Artifacts</a:t>
            </a:r>
            <a:endParaRPr lang="en-US" sz="4400" b="0" dirty="0">
              <a:solidFill>
                <a:schemeClr val="tx1"/>
              </a:solidFill>
            </a:endParaRPr>
          </a:p>
        </p:txBody>
      </p:sp>
      <p:pic>
        <p:nvPicPr>
          <p:cNvPr id="2" name="Picture 1">
            <a:extLst>
              <a:ext uri="{FF2B5EF4-FFF2-40B4-BE49-F238E27FC236}">
                <a16:creationId xmlns:a16="http://schemas.microsoft.com/office/drawing/2014/main" id="{12478259-6195-4440-B197-6D7BD1ADDAA3}"/>
              </a:ext>
            </a:extLst>
          </p:cNvPr>
          <p:cNvPicPr>
            <a:picLocks noChangeAspect="1"/>
          </p:cNvPicPr>
          <p:nvPr/>
        </p:nvPicPr>
        <p:blipFill>
          <a:blip r:embed="rId3"/>
          <a:stretch>
            <a:fillRect/>
          </a:stretch>
        </p:blipFill>
        <p:spPr>
          <a:xfrm>
            <a:off x="1524000" y="1557791"/>
            <a:ext cx="9144000" cy="4569424"/>
          </a:xfrm>
          <a:prstGeom prst="rect">
            <a:avLst/>
          </a:prstGeom>
        </p:spPr>
      </p:pic>
    </p:spTree>
    <p:extLst>
      <p:ext uri="{BB962C8B-B14F-4D97-AF65-F5344CB8AC3E}">
        <p14:creationId xmlns:p14="http://schemas.microsoft.com/office/powerpoint/2010/main" val="9537312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EA62447-DEE9-407E-A568-D30FEEC7478B}"/>
              </a:ext>
            </a:extLst>
          </p:cNvPr>
          <p:cNvSpPr/>
          <p:nvPr/>
        </p:nvSpPr>
        <p:spPr>
          <a:xfrm>
            <a:off x="3505201" y="469604"/>
            <a:ext cx="7056120" cy="646331"/>
          </a:xfrm>
          <a:prstGeom prst="rect">
            <a:avLst/>
          </a:prstGeom>
        </p:spPr>
        <p:txBody>
          <a:bodyPr wrap="square">
            <a:spAutoFit/>
          </a:bodyPr>
          <a:lstStyle/>
          <a:p>
            <a:r>
              <a:rPr lang="en-US" sz="3600" dirty="0">
                <a:latin typeface="KG No Matter What" panose="02000507000000020003" pitchFamily="2" charset="0"/>
              </a:rPr>
              <a:t>Test Strategy for E-Primer</a:t>
            </a:r>
          </a:p>
        </p:txBody>
      </p:sp>
      <p:pic>
        <p:nvPicPr>
          <p:cNvPr id="5" name="Picture 4">
            <a:extLst>
              <a:ext uri="{FF2B5EF4-FFF2-40B4-BE49-F238E27FC236}">
                <a16:creationId xmlns:a16="http://schemas.microsoft.com/office/drawing/2014/main" id="{131E23F0-022E-413C-B3F7-9E66CDBA8410}"/>
              </a:ext>
            </a:extLst>
          </p:cNvPr>
          <p:cNvPicPr>
            <a:picLocks noChangeAspect="1"/>
          </p:cNvPicPr>
          <p:nvPr/>
        </p:nvPicPr>
        <p:blipFill>
          <a:blip r:embed="rId3"/>
          <a:stretch>
            <a:fillRect/>
          </a:stretch>
        </p:blipFill>
        <p:spPr>
          <a:xfrm>
            <a:off x="3271646" y="1210048"/>
            <a:ext cx="6172208" cy="5572539"/>
          </a:xfrm>
          <a:prstGeom prst="rect">
            <a:avLst/>
          </a:prstGeom>
        </p:spPr>
      </p:pic>
    </p:spTree>
    <p:extLst>
      <p:ext uri="{BB962C8B-B14F-4D97-AF65-F5344CB8AC3E}">
        <p14:creationId xmlns:p14="http://schemas.microsoft.com/office/powerpoint/2010/main" val="102945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1CE511-007D-41BD-94C3-75BF65247214}"/>
              </a:ext>
            </a:extLst>
          </p:cNvPr>
          <p:cNvSpPr txBox="1"/>
          <p:nvPr/>
        </p:nvSpPr>
        <p:spPr>
          <a:xfrm>
            <a:off x="2219298" y="1589149"/>
            <a:ext cx="7753405" cy="2308324"/>
          </a:xfrm>
          <a:prstGeom prst="rect">
            <a:avLst/>
          </a:prstGeom>
          <a:noFill/>
        </p:spPr>
        <p:txBody>
          <a:bodyPr wrap="square" rtlCol="0">
            <a:spAutoFit/>
          </a:bodyPr>
          <a:lstStyle/>
          <a:p>
            <a:pPr algn="ctr"/>
            <a:r>
              <a:rPr lang="en-US" sz="7200" dirty="0">
                <a:latin typeface="KG No Matter What" panose="02000507000000020003" pitchFamily="2" charset="0"/>
              </a:rPr>
              <a:t>The </a:t>
            </a:r>
            <a:r>
              <a:rPr lang="en-US" sz="7200" dirty="0">
                <a:solidFill>
                  <a:schemeClr val="accent5"/>
                </a:solidFill>
                <a:latin typeface="KG No Matter What" panose="02000507000000020003" pitchFamily="2" charset="0"/>
              </a:rPr>
              <a:t>Automationist</a:t>
            </a:r>
            <a:r>
              <a:rPr lang="en-US" sz="7200" dirty="0">
                <a:latin typeface="KG No Matter What" panose="02000507000000020003" pitchFamily="2" charset="0"/>
              </a:rPr>
              <a:t>’s Gambit</a:t>
            </a:r>
            <a:endParaRPr lang="en-US" sz="7200" dirty="0">
              <a:solidFill>
                <a:schemeClr val="accent2"/>
              </a:solidFill>
              <a:latin typeface="KG No Matter What" panose="02000507000000020003" pitchFamily="2" charset="0"/>
            </a:endParaRPr>
          </a:p>
        </p:txBody>
      </p:sp>
      <p:sp>
        <p:nvSpPr>
          <p:cNvPr id="3" name="TextBox 2">
            <a:extLst>
              <a:ext uri="{FF2B5EF4-FFF2-40B4-BE49-F238E27FC236}">
                <a16:creationId xmlns:a16="http://schemas.microsoft.com/office/drawing/2014/main" id="{61DE9447-3E85-4022-B56D-312C7162FCDA}"/>
              </a:ext>
            </a:extLst>
          </p:cNvPr>
          <p:cNvSpPr txBox="1"/>
          <p:nvPr/>
        </p:nvSpPr>
        <p:spPr>
          <a:xfrm>
            <a:off x="2548612" y="4114689"/>
            <a:ext cx="8084073" cy="707886"/>
          </a:xfrm>
          <a:prstGeom prst="rect">
            <a:avLst/>
          </a:prstGeom>
          <a:noFill/>
        </p:spPr>
        <p:txBody>
          <a:bodyPr wrap="none" rtlCol="0">
            <a:spAutoFit/>
          </a:bodyPr>
          <a:lstStyle/>
          <a:p>
            <a:r>
              <a:rPr lang="en-US" sz="4000" dirty="0">
                <a:latin typeface="Arial" panose="020B0604020202020204" pitchFamily="34" charset="0"/>
                <a:cs typeface="Arial" panose="020B0604020202020204" pitchFamily="34" charset="0"/>
              </a:rPr>
              <a:t>Test Automation is Documentation!</a:t>
            </a:r>
          </a:p>
        </p:txBody>
      </p:sp>
    </p:spTree>
    <p:extLst>
      <p:ext uri="{BB962C8B-B14F-4D97-AF65-F5344CB8AC3E}">
        <p14:creationId xmlns:p14="http://schemas.microsoft.com/office/powerpoint/2010/main" val="11795657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B65311E-088B-464D-8595-78CE06E4E5BA}"/>
              </a:ext>
            </a:extLst>
          </p:cNvPr>
          <p:cNvSpPr txBox="1"/>
          <p:nvPr/>
        </p:nvSpPr>
        <p:spPr>
          <a:xfrm>
            <a:off x="210065" y="1387271"/>
            <a:ext cx="11689492" cy="3416320"/>
          </a:xfrm>
          <a:prstGeom prst="rect">
            <a:avLst/>
          </a:prstGeom>
          <a:noFill/>
        </p:spPr>
        <p:txBody>
          <a:bodyPr wrap="square" rtlCol="0">
            <a:spAutoFit/>
          </a:bodyPr>
          <a:lstStyle/>
          <a:p>
            <a:pPr algn="ctr"/>
            <a:r>
              <a:rPr lang="en-US" sz="7200" dirty="0">
                <a:latin typeface="Arial" panose="020B0604020202020204" pitchFamily="34" charset="0"/>
                <a:cs typeface="Arial" panose="020B0604020202020204" pitchFamily="34" charset="0"/>
              </a:rPr>
              <a:t>Robot Framework makes </a:t>
            </a:r>
            <a:r>
              <a:rPr lang="en-US" sz="7200" dirty="0">
                <a:solidFill>
                  <a:srgbClr val="01CE7D"/>
                </a:solidFill>
                <a:latin typeface="Arial" panose="020B0604020202020204" pitchFamily="34" charset="0"/>
                <a:cs typeface="Arial" panose="020B0604020202020204" pitchFamily="34" charset="0"/>
              </a:rPr>
              <a:t>easy things easier </a:t>
            </a:r>
            <a:r>
              <a:rPr lang="en-US" sz="7200" dirty="0">
                <a:latin typeface="Arial" panose="020B0604020202020204" pitchFamily="34" charset="0"/>
                <a:cs typeface="Arial" panose="020B0604020202020204" pitchFamily="34" charset="0"/>
              </a:rPr>
              <a:t>and </a:t>
            </a:r>
            <a:r>
              <a:rPr lang="en-US" sz="7200" dirty="0">
                <a:solidFill>
                  <a:srgbClr val="FD671B"/>
                </a:solidFill>
                <a:latin typeface="Arial" panose="020B0604020202020204" pitchFamily="34" charset="0"/>
                <a:cs typeface="Arial" panose="020B0604020202020204" pitchFamily="34" charset="0"/>
              </a:rPr>
              <a:t>hard things harder</a:t>
            </a:r>
            <a:r>
              <a:rPr lang="en-US" sz="72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17018799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9D8869B-1B85-46EA-B496-01C9E0573F0B}"/>
              </a:ext>
            </a:extLst>
          </p:cNvPr>
          <p:cNvSpPr/>
          <p:nvPr/>
        </p:nvSpPr>
        <p:spPr>
          <a:xfrm>
            <a:off x="0" y="0"/>
            <a:ext cx="12192000"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9613C1E-E233-467D-AC1B-CF94B5823980}"/>
              </a:ext>
            </a:extLst>
          </p:cNvPr>
          <p:cNvPicPr>
            <a:picLocks noChangeAspect="1"/>
          </p:cNvPicPr>
          <p:nvPr/>
        </p:nvPicPr>
        <p:blipFill rotWithShape="1">
          <a:blip r:embed="rId3"/>
          <a:srcRect r="8472"/>
          <a:stretch/>
        </p:blipFill>
        <p:spPr>
          <a:xfrm>
            <a:off x="1524000" y="0"/>
            <a:ext cx="9144001" cy="6858000"/>
          </a:xfrm>
          <a:prstGeom prst="rect">
            <a:avLst/>
          </a:prstGeom>
        </p:spPr>
      </p:pic>
      <p:sp>
        <p:nvSpPr>
          <p:cNvPr id="6" name="Arrow: Down 5">
            <a:extLst>
              <a:ext uri="{FF2B5EF4-FFF2-40B4-BE49-F238E27FC236}">
                <a16:creationId xmlns:a16="http://schemas.microsoft.com/office/drawing/2014/main" id="{DE87BDC6-9FA4-4B21-9626-1B35DB9CDAE1}"/>
              </a:ext>
            </a:extLst>
          </p:cNvPr>
          <p:cNvSpPr/>
          <p:nvPr/>
        </p:nvSpPr>
        <p:spPr>
          <a:xfrm rot="6629105">
            <a:off x="4724400" y="2391508"/>
            <a:ext cx="746299" cy="832339"/>
          </a:xfrm>
          <a:prstGeom prst="downArrow">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268332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3E73010-C878-4721-A0BD-D5C34083D50B}"/>
              </a:ext>
            </a:extLst>
          </p:cNvPr>
          <p:cNvSpPr/>
          <p:nvPr/>
        </p:nvSpPr>
        <p:spPr>
          <a:xfrm>
            <a:off x="0" y="0"/>
            <a:ext cx="12192000" cy="6858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469A229-8DA1-4686-8442-6AB6021D8DDE}"/>
              </a:ext>
            </a:extLst>
          </p:cNvPr>
          <p:cNvPicPr>
            <a:picLocks noChangeAspect="1"/>
          </p:cNvPicPr>
          <p:nvPr/>
        </p:nvPicPr>
        <p:blipFill rotWithShape="1">
          <a:blip r:embed="rId2"/>
          <a:srcRect t="42286" r="80826"/>
          <a:stretch/>
        </p:blipFill>
        <p:spPr>
          <a:xfrm>
            <a:off x="3840479" y="341375"/>
            <a:ext cx="4287724" cy="6217921"/>
          </a:xfrm>
          <a:prstGeom prst="rect">
            <a:avLst/>
          </a:prstGeom>
        </p:spPr>
      </p:pic>
    </p:spTree>
    <p:extLst>
      <p:ext uri="{BB962C8B-B14F-4D97-AF65-F5344CB8AC3E}">
        <p14:creationId xmlns:p14="http://schemas.microsoft.com/office/powerpoint/2010/main" val="32069026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483C3C8-EE77-4258-B7AC-A67A72C8FC14}"/>
              </a:ext>
            </a:extLst>
          </p:cNvPr>
          <p:cNvSpPr/>
          <p:nvPr/>
        </p:nvSpPr>
        <p:spPr>
          <a:xfrm>
            <a:off x="0" y="0"/>
            <a:ext cx="12192000" cy="685800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742CAC44-1EB7-4069-B51F-867A01E51436}"/>
              </a:ext>
            </a:extLst>
          </p:cNvPr>
          <p:cNvPicPr>
            <a:picLocks noChangeAspect="1"/>
          </p:cNvPicPr>
          <p:nvPr/>
        </p:nvPicPr>
        <p:blipFill rotWithShape="1">
          <a:blip r:embed="rId2"/>
          <a:srcRect r="24397"/>
          <a:stretch/>
        </p:blipFill>
        <p:spPr>
          <a:xfrm>
            <a:off x="703620" y="0"/>
            <a:ext cx="10784760" cy="6858000"/>
          </a:xfrm>
          <a:prstGeom prst="rect">
            <a:avLst/>
          </a:prstGeom>
        </p:spPr>
      </p:pic>
    </p:spTree>
    <p:extLst>
      <p:ext uri="{BB962C8B-B14F-4D97-AF65-F5344CB8AC3E}">
        <p14:creationId xmlns:p14="http://schemas.microsoft.com/office/powerpoint/2010/main" val="2231676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A9A6E4D-C39E-4EC1-8DEF-9C50DFF65585}"/>
              </a:ext>
            </a:extLst>
          </p:cNvPr>
          <p:cNvSpPr/>
          <p:nvPr/>
        </p:nvSpPr>
        <p:spPr>
          <a:xfrm>
            <a:off x="0" y="0"/>
            <a:ext cx="12192000" cy="6858000"/>
          </a:xfrm>
          <a:prstGeom prst="rect">
            <a:avLst/>
          </a:prstGeom>
          <a:solidFill>
            <a:srgbClr val="FF0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A673FDCA-E2E9-49BC-99BD-AC4A415254A0}"/>
              </a:ext>
            </a:extLst>
          </p:cNvPr>
          <p:cNvPicPr>
            <a:picLocks noChangeAspect="1"/>
          </p:cNvPicPr>
          <p:nvPr/>
        </p:nvPicPr>
        <p:blipFill rotWithShape="1">
          <a:blip r:embed="rId2"/>
          <a:srcRect t="34114" r="78314"/>
          <a:stretch/>
        </p:blipFill>
        <p:spPr>
          <a:xfrm>
            <a:off x="3669791" y="348436"/>
            <a:ext cx="4145281" cy="6161128"/>
          </a:xfrm>
          <a:prstGeom prst="rect">
            <a:avLst/>
          </a:prstGeom>
        </p:spPr>
      </p:pic>
    </p:spTree>
    <p:extLst>
      <p:ext uri="{BB962C8B-B14F-4D97-AF65-F5344CB8AC3E}">
        <p14:creationId xmlns:p14="http://schemas.microsoft.com/office/powerpoint/2010/main" val="37258414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8C43EE-B688-43BE-98A9-A6C5D5721938}"/>
              </a:ext>
            </a:extLst>
          </p:cNvPr>
          <p:cNvSpPr txBox="1"/>
          <p:nvPr/>
        </p:nvSpPr>
        <p:spPr>
          <a:xfrm>
            <a:off x="2335530" y="800100"/>
            <a:ext cx="7374135" cy="5016758"/>
          </a:xfrm>
          <a:prstGeom prst="rect">
            <a:avLst/>
          </a:prstGeom>
          <a:noFill/>
        </p:spPr>
        <p:txBody>
          <a:bodyPr wrap="none" rtlCol="0">
            <a:spAutoFit/>
          </a:bodyPr>
          <a:lstStyle/>
          <a:p>
            <a:r>
              <a:rPr lang="en-US" sz="3200" dirty="0">
                <a:latin typeface="Arial" panose="020B0604020202020204" pitchFamily="34" charset="0"/>
                <a:cs typeface="Arial" panose="020B0604020202020204" pitchFamily="34" charset="0"/>
              </a:rPr>
              <a:t>Single line</a:t>
            </a:r>
          </a:p>
          <a:p>
            <a:pPr marL="285750" indent="-285750">
              <a:buFont typeface="Wingdings" panose="05000000000000000000" pitchFamily="2" charset="2"/>
              <a:buChar char="à"/>
            </a:pPr>
            <a:r>
              <a:rPr lang="en-US" sz="3200" dirty="0">
                <a:latin typeface="Arial" panose="020B0604020202020204" pitchFamily="34" charset="0"/>
                <a:cs typeface="Arial" panose="020B0604020202020204" pitchFamily="34" charset="0"/>
                <a:sym typeface="Wingdings" panose="05000000000000000000" pitchFamily="2" charset="2"/>
              </a:rPr>
              <a:t>See it fail </a:t>
            </a:r>
          </a:p>
          <a:p>
            <a:pPr marL="285750" indent="-285750">
              <a:buFont typeface="Wingdings" panose="05000000000000000000" pitchFamily="2" charset="2"/>
              <a:buChar char="à"/>
            </a:pPr>
            <a:r>
              <a:rPr lang="en-US" sz="3200" dirty="0">
                <a:latin typeface="Arial" panose="020B0604020202020204" pitchFamily="34" charset="0"/>
                <a:cs typeface="Arial" panose="020B0604020202020204" pitchFamily="34" charset="0"/>
              </a:rPr>
              <a:t>First test</a:t>
            </a:r>
          </a:p>
          <a:p>
            <a:pPr marL="285750" indent="-285750">
              <a:buFont typeface="Wingdings" panose="05000000000000000000" pitchFamily="2" charset="2"/>
              <a:buChar char="à"/>
            </a:pPr>
            <a:r>
              <a:rPr lang="en-US" sz="3200" dirty="0">
                <a:latin typeface="Arial" panose="020B0604020202020204" pitchFamily="34" charset="0"/>
                <a:cs typeface="Arial" panose="020B0604020202020204" pitchFamily="34" charset="0"/>
              </a:rPr>
              <a:t>Same test but variables</a:t>
            </a:r>
          </a:p>
          <a:p>
            <a:pPr marL="285750" indent="-285750">
              <a:buFont typeface="Wingdings" panose="05000000000000000000" pitchFamily="2" charset="2"/>
              <a:buChar char="à"/>
            </a:pPr>
            <a:r>
              <a:rPr lang="en-US" sz="3200" dirty="0">
                <a:latin typeface="Arial" panose="020B0604020202020204" pitchFamily="34" charset="0"/>
                <a:cs typeface="Arial" panose="020B0604020202020204" pitchFamily="34" charset="0"/>
              </a:rPr>
              <a:t>Same test but templates</a:t>
            </a:r>
          </a:p>
          <a:p>
            <a:pPr marL="285750" indent="-285750">
              <a:buFont typeface="Wingdings" panose="05000000000000000000" pitchFamily="2" charset="2"/>
              <a:buChar char="à"/>
            </a:pPr>
            <a:r>
              <a:rPr lang="en-US" sz="3200" dirty="0">
                <a:solidFill>
                  <a:srgbClr val="FF0000"/>
                </a:solidFill>
                <a:latin typeface="Arial" panose="020B0604020202020204" pitchFamily="34" charset="0"/>
                <a:cs typeface="Arial" panose="020B0604020202020204" pitchFamily="34" charset="0"/>
              </a:rPr>
              <a:t>Failing test with a bug </a:t>
            </a:r>
          </a:p>
          <a:p>
            <a:pPr marL="285750" indent="-285750">
              <a:buFont typeface="Wingdings" panose="05000000000000000000" pitchFamily="2" charset="2"/>
              <a:buChar char="à"/>
            </a:pPr>
            <a:r>
              <a:rPr lang="en-US" sz="3200" dirty="0">
                <a:latin typeface="Arial" panose="020B0604020202020204" pitchFamily="34" charset="0"/>
                <a:cs typeface="Arial" panose="020B0604020202020204" pitchFamily="34" charset="0"/>
              </a:rPr>
              <a:t>Spec to tests</a:t>
            </a:r>
          </a:p>
          <a:p>
            <a:pPr marL="285750" indent="-285750">
              <a:buFont typeface="Wingdings" panose="05000000000000000000" pitchFamily="2" charset="2"/>
              <a:buChar char="à"/>
            </a:pPr>
            <a:r>
              <a:rPr lang="en-US" sz="3200" dirty="0">
                <a:latin typeface="Arial" panose="020B0604020202020204" pitchFamily="34" charset="0"/>
                <a:cs typeface="Arial" panose="020B0604020202020204" pitchFamily="34" charset="0"/>
              </a:rPr>
              <a:t>Guess the values that are likely to fail</a:t>
            </a:r>
          </a:p>
          <a:p>
            <a:pPr marL="285750" indent="-285750">
              <a:buFont typeface="Wingdings" panose="05000000000000000000" pitchFamily="2" charset="2"/>
              <a:buChar char="à"/>
            </a:pPr>
            <a:r>
              <a:rPr lang="en-US" sz="3200" dirty="0">
                <a:latin typeface="Arial" panose="020B0604020202020204" pitchFamily="34" charset="0"/>
                <a:cs typeface="Arial" panose="020B0604020202020204" pitchFamily="34" charset="0"/>
              </a:rPr>
              <a:t>Multiple browsers</a:t>
            </a:r>
          </a:p>
          <a:p>
            <a:pPr marL="285750" indent="-285750">
              <a:buFont typeface="Wingdings" panose="05000000000000000000" pitchFamily="2" charset="2"/>
              <a:buChar char="à"/>
            </a:pPr>
            <a:r>
              <a:rPr lang="en-US" sz="3200" dirty="0">
                <a:solidFill>
                  <a:schemeClr val="bg1">
                    <a:lumMod val="65000"/>
                  </a:schemeClr>
                </a:solidFill>
                <a:latin typeface="Arial" panose="020B0604020202020204" pitchFamily="34" charset="0"/>
                <a:cs typeface="Arial" panose="020B0604020202020204" pitchFamily="34" charset="0"/>
              </a:rPr>
              <a:t>Runs in CI</a:t>
            </a:r>
          </a:p>
        </p:txBody>
      </p:sp>
      <p:sp>
        <p:nvSpPr>
          <p:cNvPr id="3" name="Rectangle: Rounded Corners 2">
            <a:extLst>
              <a:ext uri="{FF2B5EF4-FFF2-40B4-BE49-F238E27FC236}">
                <a16:creationId xmlns:a16="http://schemas.microsoft.com/office/drawing/2014/main" id="{E3DF00B3-5671-499D-92E4-DB1EB3D4A5C0}"/>
              </a:ext>
            </a:extLst>
          </p:cNvPr>
          <p:cNvSpPr/>
          <p:nvPr/>
        </p:nvSpPr>
        <p:spPr>
          <a:xfrm>
            <a:off x="7859711" y="411480"/>
            <a:ext cx="2503170" cy="1645920"/>
          </a:xfrm>
          <a:prstGeom prst="roundRect">
            <a:avLst/>
          </a:prstGeom>
          <a:solidFill>
            <a:srgbClr val="01CE7D"/>
          </a:solidFill>
          <a:effectLst>
            <a:glow rad="228600">
              <a:schemeClr val="accent2">
                <a:satMod val="175000"/>
                <a:alpha val="40000"/>
              </a:schemeClr>
            </a:glow>
            <a:outerShdw blurRad="57150" dist="19050" dir="5400000" algn="ctr" rotWithShape="0">
              <a:srgbClr val="000000">
                <a:alpha val="63000"/>
              </a:srgbClr>
            </a:outerShdw>
          </a:effectLst>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800" dirty="0">
                <a:latin typeface="Arial" panose="020B0604020202020204" pitchFamily="34" charset="0"/>
                <a:cs typeface="Arial" panose="020B0604020202020204" pitchFamily="34" charset="0"/>
              </a:rPr>
              <a:t>Throwaway automation?</a:t>
            </a:r>
          </a:p>
        </p:txBody>
      </p:sp>
    </p:spTree>
    <p:extLst>
      <p:ext uri="{BB962C8B-B14F-4D97-AF65-F5344CB8AC3E}">
        <p14:creationId xmlns:p14="http://schemas.microsoft.com/office/powerpoint/2010/main" val="3531681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 calcmode="lin" valueType="num">
                                      <p:cBhvr additive="base">
                                        <p:cTn id="1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 calcmode="lin" valueType="num">
                                      <p:cBhvr additive="base">
                                        <p:cTn id="17"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anim calcmode="lin" valueType="num">
                                      <p:cBhvr additive="base">
                                        <p:cTn id="23"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2">
                                            <p:txEl>
                                              <p:pRg st="4" end="4"/>
                                            </p:txEl>
                                          </p:spTgt>
                                        </p:tgtEl>
                                        <p:attrNameLst>
                                          <p:attrName>style.visibility</p:attrName>
                                        </p:attrNameLst>
                                      </p:cBhvr>
                                      <p:to>
                                        <p:strVal val="visible"/>
                                      </p:to>
                                    </p:set>
                                    <p:anim calcmode="lin" valueType="num">
                                      <p:cBhvr additive="base">
                                        <p:cTn id="29"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
                                            <p:txEl>
                                              <p:pRg st="5" end="5"/>
                                            </p:txEl>
                                          </p:spTgt>
                                        </p:tgtEl>
                                        <p:attrNameLst>
                                          <p:attrName>style.visibility</p:attrName>
                                        </p:attrNameLst>
                                      </p:cBhvr>
                                      <p:to>
                                        <p:strVal val="visible"/>
                                      </p:to>
                                    </p:set>
                                    <p:animEffect transition="in" filter="fade">
                                      <p:cBhvr>
                                        <p:cTn id="35" dur="1000"/>
                                        <p:tgtEl>
                                          <p:spTgt spid="2">
                                            <p:txEl>
                                              <p:pRg st="5" end="5"/>
                                            </p:txEl>
                                          </p:spTgt>
                                        </p:tgtEl>
                                      </p:cBhvr>
                                    </p:animEffect>
                                    <p:anim calcmode="lin" valueType="num">
                                      <p:cBhvr>
                                        <p:cTn id="36"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2">
                                            <p:txEl>
                                              <p:pRg st="6" end="6"/>
                                            </p:txEl>
                                          </p:spTgt>
                                        </p:tgtEl>
                                        <p:attrNameLst>
                                          <p:attrName>style.visibility</p:attrName>
                                        </p:attrNameLst>
                                      </p:cBhvr>
                                      <p:to>
                                        <p:strVal val="visible"/>
                                      </p:to>
                                    </p:set>
                                    <p:anim calcmode="lin" valueType="num">
                                      <p:cBhvr additive="base">
                                        <p:cTn id="42"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2">
                                            <p:txEl>
                                              <p:pRg st="7" end="7"/>
                                            </p:txEl>
                                          </p:spTgt>
                                        </p:tgtEl>
                                        <p:attrNameLst>
                                          <p:attrName>style.visibility</p:attrName>
                                        </p:attrNameLst>
                                      </p:cBhvr>
                                      <p:to>
                                        <p:strVal val="visible"/>
                                      </p:to>
                                    </p:set>
                                    <p:anim calcmode="lin" valueType="num">
                                      <p:cBhvr additive="base">
                                        <p:cTn id="48"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2">
                                            <p:txEl>
                                              <p:pRg st="8" end="8"/>
                                            </p:txEl>
                                          </p:spTgt>
                                        </p:tgtEl>
                                        <p:attrNameLst>
                                          <p:attrName>style.visibility</p:attrName>
                                        </p:attrNameLst>
                                      </p:cBhvr>
                                      <p:to>
                                        <p:strVal val="visible"/>
                                      </p:to>
                                    </p:set>
                                    <p:anim calcmode="lin" valueType="num">
                                      <p:cBhvr additive="base">
                                        <p:cTn id="54"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16" presetClass="entr" presetSubtype="21" fill="hold" nodeType="clickEffect">
                                  <p:stCondLst>
                                    <p:cond delay="0"/>
                                  </p:stCondLst>
                                  <p:childTnLst>
                                    <p:set>
                                      <p:cBhvr>
                                        <p:cTn id="59" dur="1" fill="hold">
                                          <p:stCondLst>
                                            <p:cond delay="0"/>
                                          </p:stCondLst>
                                        </p:cTn>
                                        <p:tgtEl>
                                          <p:spTgt spid="2">
                                            <p:txEl>
                                              <p:pRg st="9" end="9"/>
                                            </p:txEl>
                                          </p:spTgt>
                                        </p:tgtEl>
                                        <p:attrNameLst>
                                          <p:attrName>style.visibility</p:attrName>
                                        </p:attrNameLst>
                                      </p:cBhvr>
                                      <p:to>
                                        <p:strVal val="visible"/>
                                      </p:to>
                                    </p:set>
                                    <p:animEffect transition="in" filter="barn(inVertical)">
                                      <p:cBhvr>
                                        <p:cTn id="60" dur="500"/>
                                        <p:tgtEl>
                                          <p:spTgt spid="2">
                                            <p:txEl>
                                              <p:pRg st="9" end="9"/>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6" presetClass="entr" presetSubtype="16" fill="hold" grpId="0" nodeType="clickEffect">
                                  <p:stCondLst>
                                    <p:cond delay="0"/>
                                  </p:stCondLst>
                                  <p:childTnLst>
                                    <p:set>
                                      <p:cBhvr>
                                        <p:cTn id="64" dur="1" fill="hold">
                                          <p:stCondLst>
                                            <p:cond delay="0"/>
                                          </p:stCondLst>
                                        </p:cTn>
                                        <p:tgtEl>
                                          <p:spTgt spid="3"/>
                                        </p:tgtEl>
                                        <p:attrNameLst>
                                          <p:attrName>style.visibility</p:attrName>
                                        </p:attrNameLst>
                                      </p:cBhvr>
                                      <p:to>
                                        <p:strVal val="visible"/>
                                      </p:to>
                                    </p:set>
                                    <p:animEffect transition="in" filter="circle(in)">
                                      <p:cBhvr>
                                        <p:cTn id="65"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F6E9A0-22CE-4DD4-9795-9AAB13C2B40F}"/>
              </a:ext>
            </a:extLst>
          </p:cNvPr>
          <p:cNvSpPr txBox="1"/>
          <p:nvPr/>
        </p:nvSpPr>
        <p:spPr>
          <a:xfrm>
            <a:off x="1762100" y="614421"/>
            <a:ext cx="7753405" cy="1200329"/>
          </a:xfrm>
          <a:prstGeom prst="rect">
            <a:avLst/>
          </a:prstGeom>
          <a:noFill/>
        </p:spPr>
        <p:txBody>
          <a:bodyPr wrap="square" rtlCol="0">
            <a:spAutoFit/>
          </a:bodyPr>
          <a:lstStyle/>
          <a:p>
            <a:pPr algn="ctr"/>
            <a:r>
              <a:rPr lang="en-US" sz="7200" dirty="0">
                <a:solidFill>
                  <a:schemeClr val="accent1"/>
                </a:solidFill>
                <a:latin typeface="KG No Matter What" panose="02000507000000020003" pitchFamily="2" charset="0"/>
              </a:rPr>
              <a:t> Bugs Found</a:t>
            </a:r>
          </a:p>
        </p:txBody>
      </p:sp>
      <p:sp>
        <p:nvSpPr>
          <p:cNvPr id="4" name="TextBox 3">
            <a:extLst>
              <a:ext uri="{FF2B5EF4-FFF2-40B4-BE49-F238E27FC236}">
                <a16:creationId xmlns:a16="http://schemas.microsoft.com/office/drawing/2014/main" id="{FEE12134-E163-4B94-84C1-17BB07A5E874}"/>
              </a:ext>
            </a:extLst>
          </p:cNvPr>
          <p:cNvSpPr txBox="1"/>
          <p:nvPr/>
        </p:nvSpPr>
        <p:spPr>
          <a:xfrm>
            <a:off x="2639680" y="2001428"/>
            <a:ext cx="7529625" cy="461665"/>
          </a:xfrm>
          <a:prstGeom prst="rect">
            <a:avLst/>
          </a:prstGeom>
          <a:noFill/>
        </p:spPr>
        <p:txBody>
          <a:bodyPr wrap="none" rtlCol="0">
            <a:spAutoFit/>
          </a:bodyPr>
          <a:lstStyle/>
          <a:p>
            <a:r>
              <a:rPr lang="en-US" sz="2400" dirty="0">
                <a:latin typeface="Arial" panose="020B0604020202020204" pitchFamily="34" charset="0"/>
                <a:cs typeface="Arial" panose="020B0604020202020204" pitchFamily="34" charset="0"/>
              </a:rPr>
              <a:t>- Some of specified examples not properly recognized</a:t>
            </a:r>
          </a:p>
        </p:txBody>
      </p:sp>
      <p:grpSp>
        <p:nvGrpSpPr>
          <p:cNvPr id="6" name="Group 5">
            <a:extLst>
              <a:ext uri="{FF2B5EF4-FFF2-40B4-BE49-F238E27FC236}">
                <a16:creationId xmlns:a16="http://schemas.microsoft.com/office/drawing/2014/main" id="{3FD21B3F-2900-4B56-B4E8-84EF2ECD0D7C}"/>
              </a:ext>
            </a:extLst>
          </p:cNvPr>
          <p:cNvGrpSpPr/>
          <p:nvPr/>
        </p:nvGrpSpPr>
        <p:grpSpPr>
          <a:xfrm>
            <a:off x="1914500" y="2970763"/>
            <a:ext cx="8422576" cy="2794680"/>
            <a:chOff x="390499" y="2970763"/>
            <a:chExt cx="8422576" cy="2794680"/>
          </a:xfrm>
        </p:grpSpPr>
        <p:sp>
          <p:nvSpPr>
            <p:cNvPr id="3" name="TextBox 2">
              <a:extLst>
                <a:ext uri="{FF2B5EF4-FFF2-40B4-BE49-F238E27FC236}">
                  <a16:creationId xmlns:a16="http://schemas.microsoft.com/office/drawing/2014/main" id="{489B8CE9-C460-47C7-BF59-ACB22F2DEB05}"/>
                </a:ext>
              </a:extLst>
            </p:cNvPr>
            <p:cNvSpPr txBox="1"/>
            <p:nvPr/>
          </p:nvSpPr>
          <p:spPr>
            <a:xfrm>
              <a:off x="390499" y="2970763"/>
              <a:ext cx="7753405" cy="1200329"/>
            </a:xfrm>
            <a:prstGeom prst="rect">
              <a:avLst/>
            </a:prstGeom>
            <a:noFill/>
          </p:spPr>
          <p:txBody>
            <a:bodyPr wrap="square" rtlCol="0">
              <a:spAutoFit/>
            </a:bodyPr>
            <a:lstStyle/>
            <a:p>
              <a:pPr algn="ctr"/>
              <a:r>
                <a:rPr lang="en-US" sz="7200" dirty="0">
                  <a:solidFill>
                    <a:schemeClr val="accent2"/>
                  </a:solidFill>
                  <a:latin typeface="KG No Matter What" panose="02000507000000020003" pitchFamily="2" charset="0"/>
                </a:rPr>
                <a:t> And Missed…</a:t>
              </a:r>
            </a:p>
          </p:txBody>
        </p:sp>
        <p:sp>
          <p:nvSpPr>
            <p:cNvPr id="5" name="TextBox 4">
              <a:extLst>
                <a:ext uri="{FF2B5EF4-FFF2-40B4-BE49-F238E27FC236}">
                  <a16:creationId xmlns:a16="http://schemas.microsoft.com/office/drawing/2014/main" id="{61FC6D58-F4FA-484C-BEEE-8755EBE912FA}"/>
                </a:ext>
              </a:extLst>
            </p:cNvPr>
            <p:cNvSpPr txBox="1"/>
            <p:nvPr/>
          </p:nvSpPr>
          <p:spPr>
            <a:xfrm>
              <a:off x="1102310" y="4195783"/>
              <a:ext cx="7710765" cy="1569660"/>
            </a:xfrm>
            <a:prstGeom prst="rect">
              <a:avLst/>
            </a:prstGeom>
            <a:noFill/>
          </p:spPr>
          <p:txBody>
            <a:bodyPr wrap="none" rtlCol="0">
              <a:spAutoFit/>
            </a:bodyPr>
            <a:lstStyle/>
            <a:p>
              <a:pPr marL="342900" indent="-342900">
                <a:buFontTx/>
                <a:buChar char="-"/>
              </a:pPr>
              <a:r>
                <a:rPr lang="en-US" sz="2400" dirty="0">
                  <a:latin typeface="Arial" panose="020B0604020202020204" pitchFamily="34" charset="0"/>
                  <a:cs typeface="Arial" panose="020B0604020202020204" pitchFamily="34" charset="0"/>
                </a:rPr>
                <a:t>Text box resize is broken (my bad)</a:t>
              </a:r>
            </a:p>
            <a:p>
              <a:pPr marL="342900" indent="-342900">
                <a:buFontTx/>
                <a:buChar char="-"/>
              </a:pPr>
              <a:r>
                <a:rPr lang="en-US" sz="2400" dirty="0">
                  <a:latin typeface="Arial" panose="020B0604020202020204" pitchFamily="34" charset="0"/>
                  <a:cs typeface="Arial" panose="020B0604020202020204" pitchFamily="34" charset="0"/>
                </a:rPr>
                <a:t>Browser crashes with 32k+1 chars with spaces (tool)</a:t>
              </a:r>
            </a:p>
            <a:p>
              <a:pPr marL="342900" indent="-342900">
                <a:buFontTx/>
                <a:buChar char="-"/>
              </a:pPr>
              <a:r>
                <a:rPr lang="en-US" sz="2400" dirty="0">
                  <a:latin typeface="Arial" panose="020B0604020202020204" pitchFamily="34" charset="0"/>
                  <a:cs typeface="Arial" panose="020B0604020202020204" pitchFamily="34" charset="0"/>
                </a:rPr>
                <a:t>\n and </a:t>
              </a:r>
              <a:r>
                <a:rPr lang="en-US" sz="2400" i="1" dirty="0">
                  <a:latin typeface="Arial" panose="020B0604020202020204" pitchFamily="34" charset="0"/>
                  <a:cs typeface="Arial" panose="020B0604020202020204" pitchFamily="34" charset="0"/>
                </a:rPr>
                <a:t>–</a:t>
              </a:r>
              <a:r>
                <a:rPr lang="en-US" sz="2400" dirty="0">
                  <a:latin typeface="Arial" panose="020B0604020202020204" pitchFamily="34" charset="0"/>
                  <a:cs typeface="Arial" panose="020B0604020202020204" pitchFamily="34" charset="0"/>
                </a:rPr>
                <a:t> and </a:t>
              </a:r>
              <a:r>
                <a:rPr lang="en-US" sz="2400" i="1" dirty="0">
                  <a:latin typeface="Arial" panose="020B0604020202020204" pitchFamily="34" charset="0"/>
                  <a:cs typeface="Arial" panose="020B0604020202020204" pitchFamily="34" charset="0"/>
                </a:rPr>
                <a:t>…</a:t>
              </a:r>
              <a:r>
                <a:rPr lang="en-US" sz="2400" dirty="0">
                  <a:latin typeface="Arial" panose="020B0604020202020204" pitchFamily="34" charset="0"/>
                  <a:cs typeface="Arial" panose="020B0604020202020204" pitchFamily="34" charset="0"/>
                </a:rPr>
                <a:t> messes up word count</a:t>
              </a:r>
            </a:p>
            <a:p>
              <a:pPr marL="342900" indent="-342900">
                <a:buFontTx/>
                <a:buChar char="-"/>
              </a:pPr>
              <a:r>
                <a:rPr lang="en-US" sz="2400" dirty="0">
                  <a:latin typeface="Arial" panose="020B0604020202020204" pitchFamily="34" charset="0"/>
                  <a:cs typeface="Arial" panose="020B0604020202020204" pitchFamily="34" charset="0"/>
                </a:rPr>
                <a:t>More specified examples not properly recognized</a:t>
              </a:r>
            </a:p>
          </p:txBody>
        </p:sp>
      </p:grpSp>
    </p:spTree>
    <p:extLst>
      <p:ext uri="{BB962C8B-B14F-4D97-AF65-F5344CB8AC3E}">
        <p14:creationId xmlns:p14="http://schemas.microsoft.com/office/powerpoint/2010/main" val="3590298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0E16FC6-8266-42F1-8A7F-BEA4C6DE44C7}"/>
              </a:ext>
            </a:extLst>
          </p:cNvPr>
          <p:cNvSpPr txBox="1"/>
          <p:nvPr/>
        </p:nvSpPr>
        <p:spPr>
          <a:xfrm>
            <a:off x="2219298" y="406814"/>
            <a:ext cx="7753405" cy="3416320"/>
          </a:xfrm>
          <a:prstGeom prst="rect">
            <a:avLst/>
          </a:prstGeom>
          <a:noFill/>
        </p:spPr>
        <p:txBody>
          <a:bodyPr wrap="square" rtlCol="0">
            <a:spAutoFit/>
          </a:bodyPr>
          <a:lstStyle/>
          <a:p>
            <a:pPr algn="ctr"/>
            <a:r>
              <a:rPr lang="en-US" sz="7200" dirty="0">
                <a:solidFill>
                  <a:schemeClr val="accent1"/>
                </a:solidFill>
                <a:latin typeface="KG No Matter What" panose="02000507000000020003" pitchFamily="2" charset="0"/>
              </a:rPr>
              <a:t>Automation</a:t>
            </a:r>
            <a:r>
              <a:rPr lang="en-US" sz="7200" dirty="0">
                <a:latin typeface="KG No Matter What" panose="02000507000000020003" pitchFamily="2" charset="0"/>
              </a:rPr>
              <a:t> in Frame of Exploratory Testing</a:t>
            </a:r>
            <a:endParaRPr lang="en-US" sz="7200" dirty="0">
              <a:solidFill>
                <a:schemeClr val="accent1"/>
              </a:solidFill>
              <a:latin typeface="KG No Matter What" panose="02000507000000020003" pitchFamily="2" charset="0"/>
            </a:endParaRPr>
          </a:p>
        </p:txBody>
      </p:sp>
      <p:pic>
        <p:nvPicPr>
          <p:cNvPr id="4" name="Picture 3">
            <a:extLst>
              <a:ext uri="{FF2B5EF4-FFF2-40B4-BE49-F238E27FC236}">
                <a16:creationId xmlns:a16="http://schemas.microsoft.com/office/drawing/2014/main" id="{AD5F2ED9-47AE-44A8-9FE9-555D742EFC54}"/>
              </a:ext>
            </a:extLst>
          </p:cNvPr>
          <p:cNvPicPr>
            <a:picLocks noChangeAspect="1"/>
          </p:cNvPicPr>
          <p:nvPr/>
        </p:nvPicPr>
        <p:blipFill>
          <a:blip r:embed="rId3"/>
          <a:stretch>
            <a:fillRect/>
          </a:stretch>
        </p:blipFill>
        <p:spPr>
          <a:xfrm>
            <a:off x="3892062" y="3982294"/>
            <a:ext cx="4438987" cy="2308274"/>
          </a:xfrm>
          <a:prstGeom prst="rect">
            <a:avLst/>
          </a:prstGeom>
        </p:spPr>
      </p:pic>
    </p:spTree>
    <p:extLst>
      <p:ext uri="{BB962C8B-B14F-4D97-AF65-F5344CB8AC3E}">
        <p14:creationId xmlns:p14="http://schemas.microsoft.com/office/powerpoint/2010/main" val="182309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8C482ED-32C9-4C81-84B9-8164F9E8C3D6}"/>
              </a:ext>
            </a:extLst>
          </p:cNvPr>
          <p:cNvSpPr txBox="1"/>
          <p:nvPr/>
        </p:nvSpPr>
        <p:spPr>
          <a:xfrm>
            <a:off x="5283919" y="2208548"/>
            <a:ext cx="1624163" cy="523220"/>
          </a:xfrm>
          <a:prstGeom prst="rect">
            <a:avLst/>
          </a:prstGeom>
          <a:noFill/>
        </p:spPr>
        <p:txBody>
          <a:bodyPr wrap="none" rtlCol="0">
            <a:spAutoFit/>
          </a:bodyPr>
          <a:lstStyle/>
          <a:p>
            <a:pPr algn="ctr"/>
            <a:r>
              <a:rPr lang="en-US" sz="2800" dirty="0">
                <a:latin typeface="Arial" panose="020B0604020202020204" pitchFamily="34" charset="0"/>
                <a:cs typeface="Arial" panose="020B0604020202020204" pitchFamily="34" charset="0"/>
              </a:rPr>
              <a:t>Attended</a:t>
            </a:r>
          </a:p>
        </p:txBody>
      </p:sp>
      <p:sp>
        <p:nvSpPr>
          <p:cNvPr id="3" name="TextBox 2">
            <a:extLst>
              <a:ext uri="{FF2B5EF4-FFF2-40B4-BE49-F238E27FC236}">
                <a16:creationId xmlns:a16="http://schemas.microsoft.com/office/drawing/2014/main" id="{97686BFB-690E-4E4A-B0C1-A430F42169B4}"/>
              </a:ext>
            </a:extLst>
          </p:cNvPr>
          <p:cNvSpPr txBox="1"/>
          <p:nvPr/>
        </p:nvSpPr>
        <p:spPr>
          <a:xfrm>
            <a:off x="5216579" y="5748985"/>
            <a:ext cx="2045753" cy="523220"/>
          </a:xfrm>
          <a:prstGeom prst="rect">
            <a:avLst/>
          </a:prstGeom>
          <a:noFill/>
        </p:spPr>
        <p:txBody>
          <a:bodyPr wrap="none" rtlCol="0">
            <a:spAutoFit/>
          </a:bodyPr>
          <a:lstStyle/>
          <a:p>
            <a:pPr algn="ctr"/>
            <a:r>
              <a:rPr lang="en-US" sz="2800" dirty="0">
                <a:latin typeface="Arial" panose="020B0604020202020204" pitchFamily="34" charset="0"/>
                <a:cs typeface="Arial" panose="020B0604020202020204" pitchFamily="34" charset="0"/>
              </a:rPr>
              <a:t>Unattended</a:t>
            </a:r>
          </a:p>
        </p:txBody>
      </p:sp>
      <p:sp>
        <p:nvSpPr>
          <p:cNvPr id="4" name="Freeform: Shape 3">
            <a:extLst>
              <a:ext uri="{FF2B5EF4-FFF2-40B4-BE49-F238E27FC236}">
                <a16:creationId xmlns:a16="http://schemas.microsoft.com/office/drawing/2014/main" id="{CD1F7C21-E2D4-4341-B995-8353BC77AD17}"/>
              </a:ext>
            </a:extLst>
          </p:cNvPr>
          <p:cNvSpPr/>
          <p:nvPr/>
        </p:nvSpPr>
        <p:spPr>
          <a:xfrm rot="5400000">
            <a:off x="5583383" y="3763326"/>
            <a:ext cx="2924865" cy="954107"/>
          </a:xfrm>
          <a:custGeom>
            <a:avLst/>
            <a:gdLst>
              <a:gd name="connsiteX0" fmla="*/ 0 w 4162097"/>
              <a:gd name="connsiteY0" fmla="*/ 1255552 h 1302849"/>
              <a:gd name="connsiteX1" fmla="*/ 1292773 w 4162097"/>
              <a:gd name="connsiteY1" fmla="*/ 167731 h 1302849"/>
              <a:gd name="connsiteX2" fmla="*/ 2822028 w 4162097"/>
              <a:gd name="connsiteY2" fmla="*/ 120435 h 1302849"/>
              <a:gd name="connsiteX3" fmla="*/ 4162097 w 4162097"/>
              <a:gd name="connsiteY3" fmla="*/ 1302849 h 1302849"/>
            </a:gdLst>
            <a:ahLst/>
            <a:cxnLst>
              <a:cxn ang="0">
                <a:pos x="connsiteX0" y="connsiteY0"/>
              </a:cxn>
              <a:cxn ang="0">
                <a:pos x="connsiteX1" y="connsiteY1"/>
              </a:cxn>
              <a:cxn ang="0">
                <a:pos x="connsiteX2" y="connsiteY2"/>
              </a:cxn>
              <a:cxn ang="0">
                <a:pos x="connsiteX3" y="connsiteY3"/>
              </a:cxn>
            </a:cxnLst>
            <a:rect l="l" t="t" r="r" b="b"/>
            <a:pathLst>
              <a:path w="4162097" h="1302849">
                <a:moveTo>
                  <a:pt x="0" y="1255552"/>
                </a:moveTo>
                <a:cubicBezTo>
                  <a:pt x="411217" y="806234"/>
                  <a:pt x="822435" y="356917"/>
                  <a:pt x="1292773" y="167731"/>
                </a:cubicBezTo>
                <a:cubicBezTo>
                  <a:pt x="1763111" y="-21455"/>
                  <a:pt x="2343807" y="-68751"/>
                  <a:pt x="2822028" y="120435"/>
                </a:cubicBezTo>
                <a:cubicBezTo>
                  <a:pt x="3300249" y="309621"/>
                  <a:pt x="3852042" y="1105780"/>
                  <a:pt x="4162097" y="1302849"/>
                </a:cubicBezTo>
              </a:path>
            </a:pathLst>
          </a:custGeom>
          <a:ln w="76200">
            <a:headEnd type="none" w="med" len="med"/>
            <a:tailEnd type="triangle" w="med" len="med"/>
          </a:ln>
        </p:spPr>
        <p:style>
          <a:lnRef idx="3">
            <a:schemeClr val="accent5"/>
          </a:lnRef>
          <a:fillRef idx="0">
            <a:schemeClr val="accent5"/>
          </a:fillRef>
          <a:effectRef idx="2">
            <a:schemeClr val="accent5"/>
          </a:effectRef>
          <a:fontRef idx="minor">
            <a:schemeClr val="tx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5" name="Freeform: Shape 4">
            <a:extLst>
              <a:ext uri="{FF2B5EF4-FFF2-40B4-BE49-F238E27FC236}">
                <a16:creationId xmlns:a16="http://schemas.microsoft.com/office/drawing/2014/main" id="{67A7896E-E9E7-4F38-BD3F-023B85E5EC6E}"/>
              </a:ext>
            </a:extLst>
          </p:cNvPr>
          <p:cNvSpPr/>
          <p:nvPr/>
        </p:nvSpPr>
        <p:spPr>
          <a:xfrm rot="16200000">
            <a:off x="3736512" y="3763324"/>
            <a:ext cx="2924867" cy="954107"/>
          </a:xfrm>
          <a:custGeom>
            <a:avLst/>
            <a:gdLst>
              <a:gd name="connsiteX0" fmla="*/ 0 w 4162097"/>
              <a:gd name="connsiteY0" fmla="*/ 1255552 h 1302849"/>
              <a:gd name="connsiteX1" fmla="*/ 1292773 w 4162097"/>
              <a:gd name="connsiteY1" fmla="*/ 167731 h 1302849"/>
              <a:gd name="connsiteX2" fmla="*/ 2822028 w 4162097"/>
              <a:gd name="connsiteY2" fmla="*/ 120435 h 1302849"/>
              <a:gd name="connsiteX3" fmla="*/ 4162097 w 4162097"/>
              <a:gd name="connsiteY3" fmla="*/ 1302849 h 1302849"/>
            </a:gdLst>
            <a:ahLst/>
            <a:cxnLst>
              <a:cxn ang="0">
                <a:pos x="connsiteX0" y="connsiteY0"/>
              </a:cxn>
              <a:cxn ang="0">
                <a:pos x="connsiteX1" y="connsiteY1"/>
              </a:cxn>
              <a:cxn ang="0">
                <a:pos x="connsiteX2" y="connsiteY2"/>
              </a:cxn>
              <a:cxn ang="0">
                <a:pos x="connsiteX3" y="connsiteY3"/>
              </a:cxn>
            </a:cxnLst>
            <a:rect l="l" t="t" r="r" b="b"/>
            <a:pathLst>
              <a:path w="4162097" h="1302849">
                <a:moveTo>
                  <a:pt x="0" y="1255552"/>
                </a:moveTo>
                <a:cubicBezTo>
                  <a:pt x="411217" y="806234"/>
                  <a:pt x="822435" y="356917"/>
                  <a:pt x="1292773" y="167731"/>
                </a:cubicBezTo>
                <a:cubicBezTo>
                  <a:pt x="1763111" y="-21455"/>
                  <a:pt x="2343807" y="-68751"/>
                  <a:pt x="2822028" y="120435"/>
                </a:cubicBezTo>
                <a:cubicBezTo>
                  <a:pt x="3300249" y="309621"/>
                  <a:pt x="3852042" y="1105780"/>
                  <a:pt x="4162097" y="1302849"/>
                </a:cubicBezTo>
              </a:path>
            </a:pathLst>
          </a:custGeom>
          <a:ln w="76200">
            <a:headEnd type="none" w="med" len="med"/>
            <a:tailEnd type="triangle" w="med" len="med"/>
          </a:ln>
        </p:spPr>
        <p:style>
          <a:lnRef idx="3">
            <a:schemeClr val="accent5"/>
          </a:lnRef>
          <a:fillRef idx="0">
            <a:schemeClr val="accent5"/>
          </a:fillRef>
          <a:effectRef idx="2">
            <a:schemeClr val="accent5"/>
          </a:effectRef>
          <a:fontRef idx="minor">
            <a:schemeClr val="tx1"/>
          </a:fontRef>
        </p:style>
        <p:txBody>
          <a:bodyPr rtlCol="0" anchor="ctr"/>
          <a:lstStyle/>
          <a:p>
            <a:pPr algn="ctr"/>
            <a:endParaRPr lang="en-US">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67B6255-5729-4D07-AC2F-A98A24131AA2}"/>
              </a:ext>
            </a:extLst>
          </p:cNvPr>
          <p:cNvSpPr txBox="1"/>
          <p:nvPr/>
        </p:nvSpPr>
        <p:spPr>
          <a:xfrm>
            <a:off x="3144930" y="759776"/>
            <a:ext cx="5742278" cy="1200329"/>
          </a:xfrm>
          <a:prstGeom prst="rect">
            <a:avLst/>
          </a:prstGeom>
          <a:noFill/>
        </p:spPr>
        <p:txBody>
          <a:bodyPr wrap="none" rtlCol="0">
            <a:spAutoFit/>
          </a:bodyPr>
          <a:lstStyle/>
          <a:p>
            <a:r>
              <a:rPr lang="en-US" sz="7200" dirty="0">
                <a:latin typeface="KG No Matter What" panose="02000507000000020003" pitchFamily="2" charset="0"/>
              </a:rPr>
              <a:t>Moving Focus</a:t>
            </a:r>
          </a:p>
        </p:txBody>
      </p:sp>
      <p:sp>
        <p:nvSpPr>
          <p:cNvPr id="7" name="Cloud 6">
            <a:extLst>
              <a:ext uri="{FF2B5EF4-FFF2-40B4-BE49-F238E27FC236}">
                <a16:creationId xmlns:a16="http://schemas.microsoft.com/office/drawing/2014/main" id="{4307D1DE-EA57-4E7B-85DF-4289570758E0}"/>
              </a:ext>
            </a:extLst>
          </p:cNvPr>
          <p:cNvSpPr/>
          <p:nvPr/>
        </p:nvSpPr>
        <p:spPr>
          <a:xfrm>
            <a:off x="1915129" y="2297430"/>
            <a:ext cx="1874520" cy="1474470"/>
          </a:xfrm>
          <a:prstGeom prst="cloud">
            <a:avLst/>
          </a:prstGeom>
          <a:ln w="76200"/>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latin typeface="Arial" panose="020B0604020202020204" pitchFamily="34" charset="0"/>
                <a:cs typeface="Arial" panose="020B0604020202020204" pitchFamily="34" charset="0"/>
              </a:rPr>
              <a:t>Learning</a:t>
            </a:r>
          </a:p>
        </p:txBody>
      </p:sp>
      <p:sp>
        <p:nvSpPr>
          <p:cNvPr id="8" name="Cloud 7">
            <a:extLst>
              <a:ext uri="{FF2B5EF4-FFF2-40B4-BE49-F238E27FC236}">
                <a16:creationId xmlns:a16="http://schemas.microsoft.com/office/drawing/2014/main" id="{8C82EAA0-1B0F-48F3-A505-99C6B332DEC0}"/>
              </a:ext>
            </a:extLst>
          </p:cNvPr>
          <p:cNvSpPr/>
          <p:nvPr/>
        </p:nvSpPr>
        <p:spPr>
          <a:xfrm>
            <a:off x="2381250" y="4027170"/>
            <a:ext cx="1874520" cy="1474470"/>
          </a:xfrm>
          <a:prstGeom prst="cloud">
            <a:avLst/>
          </a:prstGeom>
          <a:ln w="76200">
            <a:solidFill>
              <a:srgbClr val="FF99FF"/>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latin typeface="Arial" panose="020B0604020202020204" pitchFamily="34" charset="0"/>
                <a:cs typeface="Arial" panose="020B0604020202020204" pitchFamily="34" charset="0"/>
              </a:rPr>
              <a:t>Learning</a:t>
            </a:r>
          </a:p>
        </p:txBody>
      </p:sp>
      <p:sp>
        <p:nvSpPr>
          <p:cNvPr id="9" name="Cloud 8">
            <a:extLst>
              <a:ext uri="{FF2B5EF4-FFF2-40B4-BE49-F238E27FC236}">
                <a16:creationId xmlns:a16="http://schemas.microsoft.com/office/drawing/2014/main" id="{E9CEA334-5487-4FB8-A52E-D82F75E85DC7}"/>
              </a:ext>
            </a:extLst>
          </p:cNvPr>
          <p:cNvSpPr/>
          <p:nvPr/>
        </p:nvSpPr>
        <p:spPr>
          <a:xfrm>
            <a:off x="8065770" y="2208548"/>
            <a:ext cx="1874520" cy="1474470"/>
          </a:xfrm>
          <a:prstGeom prst="cloud">
            <a:avLst/>
          </a:prstGeom>
          <a:ln w="76200">
            <a:solidFill>
              <a:schemeClr val="accent4"/>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latin typeface="Arial" panose="020B0604020202020204" pitchFamily="34" charset="0"/>
                <a:cs typeface="Arial" panose="020B0604020202020204" pitchFamily="34" charset="0"/>
              </a:rPr>
              <a:t>Learning</a:t>
            </a:r>
          </a:p>
        </p:txBody>
      </p:sp>
      <p:sp>
        <p:nvSpPr>
          <p:cNvPr id="10" name="Cloud 9">
            <a:extLst>
              <a:ext uri="{FF2B5EF4-FFF2-40B4-BE49-F238E27FC236}">
                <a16:creationId xmlns:a16="http://schemas.microsoft.com/office/drawing/2014/main" id="{B6E93158-F940-49AF-9038-47419B252750}"/>
              </a:ext>
            </a:extLst>
          </p:cNvPr>
          <p:cNvSpPr/>
          <p:nvPr/>
        </p:nvSpPr>
        <p:spPr>
          <a:xfrm>
            <a:off x="8415630" y="4385310"/>
            <a:ext cx="1874520" cy="1474470"/>
          </a:xfrm>
          <a:prstGeom prst="cloud">
            <a:avLst/>
          </a:prstGeom>
          <a:ln w="76200">
            <a:solidFill>
              <a:schemeClr val="accent6"/>
            </a:solidFill>
          </a:ln>
        </p:spPr>
        <p:style>
          <a:lnRef idx="2">
            <a:schemeClr val="accent5"/>
          </a:lnRef>
          <a:fillRef idx="1">
            <a:schemeClr val="lt1"/>
          </a:fillRef>
          <a:effectRef idx="0">
            <a:schemeClr val="accent5"/>
          </a:effectRef>
          <a:fontRef idx="minor">
            <a:schemeClr val="dk1"/>
          </a:fontRef>
        </p:style>
        <p:txBody>
          <a:bodyPr rtlCol="0" anchor="ctr"/>
          <a:lstStyle/>
          <a:p>
            <a:pPr algn="ctr"/>
            <a:r>
              <a:rPr lang="en-US" dirty="0">
                <a:latin typeface="Arial" panose="020B0604020202020204" pitchFamily="34" charset="0"/>
                <a:cs typeface="Arial" panose="020B0604020202020204" pitchFamily="34" charset="0"/>
              </a:rPr>
              <a:t>Learning</a:t>
            </a:r>
          </a:p>
        </p:txBody>
      </p:sp>
    </p:spTree>
    <p:extLst>
      <p:ext uri="{BB962C8B-B14F-4D97-AF65-F5344CB8AC3E}">
        <p14:creationId xmlns:p14="http://schemas.microsoft.com/office/powerpoint/2010/main" val="35330765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sosceles Triangle 3">
            <a:extLst>
              <a:ext uri="{FF2B5EF4-FFF2-40B4-BE49-F238E27FC236}">
                <a16:creationId xmlns:a16="http://schemas.microsoft.com/office/drawing/2014/main" id="{F9F6FFB1-FBD0-458C-BE19-321DBCFE68DE}"/>
              </a:ext>
            </a:extLst>
          </p:cNvPr>
          <p:cNvSpPr/>
          <p:nvPr/>
        </p:nvSpPr>
        <p:spPr>
          <a:xfrm>
            <a:off x="2747010" y="1885950"/>
            <a:ext cx="2788920" cy="3451860"/>
          </a:xfrm>
          <a:prstGeom prst="triangle">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cxnSp>
        <p:nvCxnSpPr>
          <p:cNvPr id="7" name="Straight Connector 6">
            <a:extLst>
              <a:ext uri="{FF2B5EF4-FFF2-40B4-BE49-F238E27FC236}">
                <a16:creationId xmlns:a16="http://schemas.microsoft.com/office/drawing/2014/main" id="{5273B6FB-533C-434F-833F-5B84570E8E2A}"/>
              </a:ext>
            </a:extLst>
          </p:cNvPr>
          <p:cNvCxnSpPr>
            <a:cxnSpLocks/>
          </p:cNvCxnSpPr>
          <p:nvPr/>
        </p:nvCxnSpPr>
        <p:spPr>
          <a:xfrm>
            <a:off x="3055620" y="4377690"/>
            <a:ext cx="2114550"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C7101ED-A26F-47C9-8CFA-64FA1FF3F1D7}"/>
              </a:ext>
            </a:extLst>
          </p:cNvPr>
          <p:cNvCxnSpPr>
            <a:cxnSpLocks/>
          </p:cNvCxnSpPr>
          <p:nvPr/>
        </p:nvCxnSpPr>
        <p:spPr>
          <a:xfrm>
            <a:off x="3547110" y="3398520"/>
            <a:ext cx="1234440"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A631CB1-966B-45F2-8383-FE4190D16B47}"/>
              </a:ext>
            </a:extLst>
          </p:cNvPr>
          <p:cNvSpPr txBox="1"/>
          <p:nvPr/>
        </p:nvSpPr>
        <p:spPr>
          <a:xfrm>
            <a:off x="3769831" y="4726425"/>
            <a:ext cx="788999"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UNIT </a:t>
            </a:r>
          </a:p>
        </p:txBody>
      </p:sp>
      <p:cxnSp>
        <p:nvCxnSpPr>
          <p:cNvPr id="15" name="Straight Connector 14">
            <a:extLst>
              <a:ext uri="{FF2B5EF4-FFF2-40B4-BE49-F238E27FC236}">
                <a16:creationId xmlns:a16="http://schemas.microsoft.com/office/drawing/2014/main" id="{44F2F129-9257-467B-B5DA-474961662D8A}"/>
              </a:ext>
            </a:extLst>
          </p:cNvPr>
          <p:cNvCxnSpPr>
            <a:cxnSpLocks/>
          </p:cNvCxnSpPr>
          <p:nvPr/>
        </p:nvCxnSpPr>
        <p:spPr>
          <a:xfrm>
            <a:off x="3158490" y="4377690"/>
            <a:ext cx="2011680"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1A253C68-4732-4C28-A140-3CCE59326474}"/>
              </a:ext>
            </a:extLst>
          </p:cNvPr>
          <p:cNvSpPr txBox="1"/>
          <p:nvPr/>
        </p:nvSpPr>
        <p:spPr>
          <a:xfrm>
            <a:off x="3666960" y="3745470"/>
            <a:ext cx="1257717"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SERVICE </a:t>
            </a:r>
          </a:p>
        </p:txBody>
      </p:sp>
      <p:sp>
        <p:nvSpPr>
          <p:cNvPr id="17" name="TextBox 16">
            <a:extLst>
              <a:ext uri="{FF2B5EF4-FFF2-40B4-BE49-F238E27FC236}">
                <a16:creationId xmlns:a16="http://schemas.microsoft.com/office/drawing/2014/main" id="{9CA88B48-A824-4800-B6B1-4D7128058C92}"/>
              </a:ext>
            </a:extLst>
          </p:cNvPr>
          <p:cNvSpPr txBox="1"/>
          <p:nvPr/>
        </p:nvSpPr>
        <p:spPr>
          <a:xfrm>
            <a:off x="3933660" y="2743440"/>
            <a:ext cx="502416"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UI</a:t>
            </a:r>
          </a:p>
        </p:txBody>
      </p:sp>
      <p:sp>
        <p:nvSpPr>
          <p:cNvPr id="18" name="Cloud 17">
            <a:extLst>
              <a:ext uri="{FF2B5EF4-FFF2-40B4-BE49-F238E27FC236}">
                <a16:creationId xmlns:a16="http://schemas.microsoft.com/office/drawing/2014/main" id="{72395EE5-4572-4B5A-BE71-262D9B5C3277}"/>
              </a:ext>
            </a:extLst>
          </p:cNvPr>
          <p:cNvSpPr/>
          <p:nvPr/>
        </p:nvSpPr>
        <p:spPr>
          <a:xfrm>
            <a:off x="3107054" y="1485736"/>
            <a:ext cx="2114550" cy="1028664"/>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rial" panose="020B0604020202020204" pitchFamily="34" charset="0"/>
                <a:cs typeface="Arial" panose="020B0604020202020204" pitchFamily="34" charset="0"/>
              </a:rPr>
              <a:t>Exploratory</a:t>
            </a:r>
          </a:p>
        </p:txBody>
      </p:sp>
      <p:sp>
        <p:nvSpPr>
          <p:cNvPr id="19" name="TextBox 18">
            <a:extLst>
              <a:ext uri="{FF2B5EF4-FFF2-40B4-BE49-F238E27FC236}">
                <a16:creationId xmlns:a16="http://schemas.microsoft.com/office/drawing/2014/main" id="{64EB311D-0B16-4F33-81BD-C75DA40715C2}"/>
              </a:ext>
            </a:extLst>
          </p:cNvPr>
          <p:cNvSpPr txBox="1"/>
          <p:nvPr/>
        </p:nvSpPr>
        <p:spPr>
          <a:xfrm>
            <a:off x="2433546" y="469630"/>
            <a:ext cx="3533917" cy="954107"/>
          </a:xfrm>
          <a:prstGeom prst="rect">
            <a:avLst/>
          </a:prstGeom>
          <a:noFill/>
        </p:spPr>
        <p:txBody>
          <a:bodyPr wrap="none" rtlCol="0">
            <a:spAutoFit/>
          </a:bodyPr>
          <a:lstStyle/>
          <a:p>
            <a:pPr algn="ctr"/>
            <a:r>
              <a:rPr lang="en-US" sz="2800" b="1" dirty="0">
                <a:latin typeface="Arial" panose="020B0604020202020204" pitchFamily="34" charset="0"/>
                <a:cs typeface="Arial" panose="020B0604020202020204" pitchFamily="34" charset="0"/>
              </a:rPr>
              <a:t>Sprinkle On Top </a:t>
            </a:r>
            <a:br>
              <a:rPr lang="en-US" sz="2800" b="1" dirty="0">
                <a:latin typeface="Arial" panose="020B0604020202020204" pitchFamily="34" charset="0"/>
                <a:cs typeface="Arial" panose="020B0604020202020204" pitchFamily="34" charset="0"/>
              </a:rPr>
            </a:br>
            <a:r>
              <a:rPr lang="en-US" sz="2800" b="1" dirty="0">
                <a:latin typeface="Arial" panose="020B0604020202020204" pitchFamily="34" charset="0"/>
                <a:cs typeface="Arial" panose="020B0604020202020204" pitchFamily="34" charset="0"/>
              </a:rPr>
              <a:t>Exploratory Testing</a:t>
            </a:r>
          </a:p>
        </p:txBody>
      </p:sp>
      <p:sp>
        <p:nvSpPr>
          <p:cNvPr id="20" name="TextBox 19">
            <a:extLst>
              <a:ext uri="{FF2B5EF4-FFF2-40B4-BE49-F238E27FC236}">
                <a16:creationId xmlns:a16="http://schemas.microsoft.com/office/drawing/2014/main" id="{395C6908-1F2F-444F-B671-E94EB4078295}"/>
              </a:ext>
            </a:extLst>
          </p:cNvPr>
          <p:cNvSpPr txBox="1"/>
          <p:nvPr/>
        </p:nvSpPr>
        <p:spPr>
          <a:xfrm>
            <a:off x="6681718" y="458427"/>
            <a:ext cx="3533917" cy="954107"/>
          </a:xfrm>
          <a:prstGeom prst="rect">
            <a:avLst/>
          </a:prstGeom>
          <a:noFill/>
        </p:spPr>
        <p:txBody>
          <a:bodyPr wrap="none" rtlCol="0">
            <a:spAutoFit/>
          </a:bodyPr>
          <a:lstStyle/>
          <a:p>
            <a:pPr algn="ctr"/>
            <a:r>
              <a:rPr lang="en-US" sz="2800" b="1" dirty="0">
                <a:latin typeface="Arial" panose="020B0604020202020204" pitchFamily="34" charset="0"/>
                <a:cs typeface="Arial" panose="020B0604020202020204" pitchFamily="34" charset="0"/>
              </a:rPr>
              <a:t>Contemporary </a:t>
            </a:r>
            <a:br>
              <a:rPr lang="en-US" sz="2800" b="1" dirty="0">
                <a:latin typeface="Arial" panose="020B0604020202020204" pitchFamily="34" charset="0"/>
                <a:cs typeface="Arial" panose="020B0604020202020204" pitchFamily="34" charset="0"/>
              </a:rPr>
            </a:br>
            <a:r>
              <a:rPr lang="en-US" sz="2800" b="1" dirty="0">
                <a:latin typeface="Arial" panose="020B0604020202020204" pitchFamily="34" charset="0"/>
                <a:cs typeface="Arial" panose="020B0604020202020204" pitchFamily="34" charset="0"/>
              </a:rPr>
              <a:t>Exploratory Testing</a:t>
            </a:r>
          </a:p>
        </p:txBody>
      </p:sp>
      <p:sp>
        <p:nvSpPr>
          <p:cNvPr id="21" name="Isosceles Triangle 20">
            <a:extLst>
              <a:ext uri="{FF2B5EF4-FFF2-40B4-BE49-F238E27FC236}">
                <a16:creationId xmlns:a16="http://schemas.microsoft.com/office/drawing/2014/main" id="{C50CC8C7-C0F0-4F02-B4E2-634EEA83775A}"/>
              </a:ext>
            </a:extLst>
          </p:cNvPr>
          <p:cNvSpPr/>
          <p:nvPr/>
        </p:nvSpPr>
        <p:spPr>
          <a:xfrm>
            <a:off x="7082790" y="1889760"/>
            <a:ext cx="2788920" cy="3451860"/>
          </a:xfrm>
          <a:prstGeom prst="triangle">
            <a:avLst/>
          </a:prstGeom>
        </p:spPr>
        <p:style>
          <a:lnRef idx="3">
            <a:schemeClr val="lt1"/>
          </a:lnRef>
          <a:fillRef idx="1">
            <a:schemeClr val="accent5"/>
          </a:fillRef>
          <a:effectRef idx="1">
            <a:schemeClr val="accent5"/>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cxnSp>
        <p:nvCxnSpPr>
          <p:cNvPr id="22" name="Straight Connector 21">
            <a:extLst>
              <a:ext uri="{FF2B5EF4-FFF2-40B4-BE49-F238E27FC236}">
                <a16:creationId xmlns:a16="http://schemas.microsoft.com/office/drawing/2014/main" id="{E70839BA-7305-4DBA-AB66-81A3EB70E5B0}"/>
              </a:ext>
            </a:extLst>
          </p:cNvPr>
          <p:cNvCxnSpPr>
            <a:cxnSpLocks/>
          </p:cNvCxnSpPr>
          <p:nvPr/>
        </p:nvCxnSpPr>
        <p:spPr>
          <a:xfrm>
            <a:off x="7391400" y="4381500"/>
            <a:ext cx="2114550"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2CB53D5-148A-45B6-A3F5-C5F923E507B1}"/>
              </a:ext>
            </a:extLst>
          </p:cNvPr>
          <p:cNvCxnSpPr>
            <a:cxnSpLocks/>
          </p:cNvCxnSpPr>
          <p:nvPr/>
        </p:nvCxnSpPr>
        <p:spPr>
          <a:xfrm>
            <a:off x="7882890" y="3402330"/>
            <a:ext cx="1234440"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2B08A5A9-1D88-4781-9629-804F83EF792F}"/>
              </a:ext>
            </a:extLst>
          </p:cNvPr>
          <p:cNvSpPr txBox="1"/>
          <p:nvPr/>
        </p:nvSpPr>
        <p:spPr>
          <a:xfrm>
            <a:off x="8105611" y="4730235"/>
            <a:ext cx="788999"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UNIT </a:t>
            </a:r>
          </a:p>
        </p:txBody>
      </p:sp>
      <p:cxnSp>
        <p:nvCxnSpPr>
          <p:cNvPr id="25" name="Straight Connector 24">
            <a:extLst>
              <a:ext uri="{FF2B5EF4-FFF2-40B4-BE49-F238E27FC236}">
                <a16:creationId xmlns:a16="http://schemas.microsoft.com/office/drawing/2014/main" id="{FE2A705B-42AE-42F0-BF43-50632D3AEAE6}"/>
              </a:ext>
            </a:extLst>
          </p:cNvPr>
          <p:cNvCxnSpPr>
            <a:cxnSpLocks/>
          </p:cNvCxnSpPr>
          <p:nvPr/>
        </p:nvCxnSpPr>
        <p:spPr>
          <a:xfrm>
            <a:off x="7494270" y="4381500"/>
            <a:ext cx="2011680" cy="0"/>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DF364631-AC80-4C62-9CEC-A27B62A8C8EA}"/>
              </a:ext>
            </a:extLst>
          </p:cNvPr>
          <p:cNvSpPr txBox="1"/>
          <p:nvPr/>
        </p:nvSpPr>
        <p:spPr>
          <a:xfrm>
            <a:off x="8002740" y="3749280"/>
            <a:ext cx="1257717"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SERVICE </a:t>
            </a:r>
          </a:p>
        </p:txBody>
      </p:sp>
      <p:sp>
        <p:nvSpPr>
          <p:cNvPr id="27" name="TextBox 26">
            <a:extLst>
              <a:ext uri="{FF2B5EF4-FFF2-40B4-BE49-F238E27FC236}">
                <a16:creationId xmlns:a16="http://schemas.microsoft.com/office/drawing/2014/main" id="{49D524FE-FDE5-4CB3-8C09-3627EFF598CF}"/>
              </a:ext>
            </a:extLst>
          </p:cNvPr>
          <p:cNvSpPr txBox="1"/>
          <p:nvPr/>
        </p:nvSpPr>
        <p:spPr>
          <a:xfrm>
            <a:off x="8269440" y="2747250"/>
            <a:ext cx="625170"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UI</a:t>
            </a:r>
          </a:p>
        </p:txBody>
      </p:sp>
      <p:sp>
        <p:nvSpPr>
          <p:cNvPr id="28" name="Cloud 27">
            <a:extLst>
              <a:ext uri="{FF2B5EF4-FFF2-40B4-BE49-F238E27FC236}">
                <a16:creationId xmlns:a16="http://schemas.microsoft.com/office/drawing/2014/main" id="{A8A9E50B-E756-4C45-A5E4-448CD344EBED}"/>
              </a:ext>
            </a:extLst>
          </p:cNvPr>
          <p:cNvSpPr/>
          <p:nvPr/>
        </p:nvSpPr>
        <p:spPr>
          <a:xfrm rot="17917586">
            <a:off x="5761608" y="3231138"/>
            <a:ext cx="3494448" cy="1028664"/>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rial" panose="020B0604020202020204" pitchFamily="34" charset="0"/>
                <a:cs typeface="Arial" panose="020B0604020202020204" pitchFamily="34" charset="0"/>
              </a:rPr>
              <a:t>Exploratory</a:t>
            </a:r>
          </a:p>
        </p:txBody>
      </p:sp>
    </p:spTree>
    <p:extLst>
      <p:ext uri="{BB962C8B-B14F-4D97-AF65-F5344CB8AC3E}">
        <p14:creationId xmlns:p14="http://schemas.microsoft.com/office/powerpoint/2010/main" val="7048633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21241" y="1124210"/>
            <a:ext cx="6912558" cy="1323439"/>
          </a:xfrm>
          <a:prstGeom prst="rect">
            <a:avLst/>
          </a:prstGeom>
          <a:noFill/>
        </p:spPr>
        <p:txBody>
          <a:bodyPr wrap="square" rtlCol="0">
            <a:spAutoFit/>
          </a:bodyPr>
          <a:lstStyle/>
          <a:p>
            <a:pPr algn="ctr"/>
            <a:r>
              <a:rPr lang="en-US" sz="8000" dirty="0">
                <a:solidFill>
                  <a:srgbClr val="FD671B"/>
                </a:solidFill>
                <a:latin typeface="KG No Matter What" panose="02000507000000020003" pitchFamily="2" charset="0"/>
                <a:cs typeface="Arial" panose="020B0604020202020204" pitchFamily="34" charset="0"/>
              </a:rPr>
              <a:t>Can You?</a:t>
            </a:r>
          </a:p>
        </p:txBody>
      </p:sp>
      <p:sp>
        <p:nvSpPr>
          <p:cNvPr id="2" name="TextBox 1"/>
          <p:cNvSpPr txBox="1"/>
          <p:nvPr/>
        </p:nvSpPr>
        <p:spPr>
          <a:xfrm>
            <a:off x="1958811" y="3099924"/>
            <a:ext cx="1124860" cy="707886"/>
          </a:xfrm>
          <a:prstGeom prst="rect">
            <a:avLst/>
          </a:prstGeom>
          <a:noFill/>
        </p:spPr>
        <p:txBody>
          <a:bodyPr wrap="none" rtlCol="0">
            <a:spAutoFit/>
          </a:bodyPr>
          <a:lstStyle/>
          <a:p>
            <a:r>
              <a:rPr lang="en-US" sz="4000" dirty="0">
                <a:latin typeface="Arial" panose="020B0604020202020204" pitchFamily="34" charset="0"/>
                <a:cs typeface="Arial" panose="020B0604020202020204" pitchFamily="34" charset="0"/>
              </a:rPr>
              <a:t>Test</a:t>
            </a:r>
          </a:p>
        </p:txBody>
      </p:sp>
      <p:cxnSp>
        <p:nvCxnSpPr>
          <p:cNvPr id="5" name="Straight Connector 4"/>
          <p:cNvCxnSpPr/>
          <p:nvPr/>
        </p:nvCxnSpPr>
        <p:spPr>
          <a:xfrm>
            <a:off x="3372910" y="2995633"/>
            <a:ext cx="0" cy="1085260"/>
          </a:xfrm>
          <a:prstGeom prst="line">
            <a:avLst/>
          </a:prstGeom>
          <a:ln w="57150">
            <a:solidFill>
              <a:srgbClr val="01CE7D"/>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735028" y="3099924"/>
            <a:ext cx="1410964" cy="707886"/>
          </a:xfrm>
          <a:prstGeom prst="rect">
            <a:avLst/>
          </a:prstGeom>
          <a:noFill/>
        </p:spPr>
        <p:txBody>
          <a:bodyPr wrap="none" rtlCol="0">
            <a:spAutoFit/>
          </a:bodyPr>
          <a:lstStyle/>
          <a:p>
            <a:r>
              <a:rPr lang="en-US" sz="4000" dirty="0">
                <a:latin typeface="Arial" panose="020B0604020202020204" pitchFamily="34" charset="0"/>
                <a:cs typeface="Arial" panose="020B0604020202020204" pitchFamily="34" charset="0"/>
              </a:rPr>
              <a:t>Code</a:t>
            </a:r>
          </a:p>
        </p:txBody>
      </p:sp>
      <p:cxnSp>
        <p:nvCxnSpPr>
          <p:cNvPr id="7" name="Straight Connector 6"/>
          <p:cNvCxnSpPr/>
          <p:nvPr/>
        </p:nvCxnSpPr>
        <p:spPr>
          <a:xfrm>
            <a:off x="5450579" y="2995633"/>
            <a:ext cx="0" cy="1085260"/>
          </a:xfrm>
          <a:prstGeom prst="line">
            <a:avLst/>
          </a:prstGeom>
          <a:ln w="57150">
            <a:solidFill>
              <a:srgbClr val="01CE7D"/>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55939" y="3115999"/>
            <a:ext cx="2808782" cy="707886"/>
          </a:xfrm>
          <a:prstGeom prst="rect">
            <a:avLst/>
          </a:prstGeom>
          <a:noFill/>
        </p:spPr>
        <p:txBody>
          <a:bodyPr wrap="none" rtlCol="0">
            <a:spAutoFit/>
          </a:bodyPr>
          <a:lstStyle/>
          <a:p>
            <a:r>
              <a:rPr lang="en-US" sz="4000" dirty="0">
                <a:latin typeface="Arial" panose="020B0604020202020204" pitchFamily="34" charset="0"/>
                <a:cs typeface="Arial" panose="020B0604020202020204" pitchFamily="34" charset="0"/>
              </a:rPr>
              <a:t>Collaborate</a:t>
            </a:r>
          </a:p>
        </p:txBody>
      </p:sp>
      <p:cxnSp>
        <p:nvCxnSpPr>
          <p:cNvPr id="10" name="Straight Connector 9"/>
          <p:cNvCxnSpPr/>
          <p:nvPr/>
        </p:nvCxnSpPr>
        <p:spPr>
          <a:xfrm>
            <a:off x="8480891" y="2995633"/>
            <a:ext cx="0" cy="1085260"/>
          </a:xfrm>
          <a:prstGeom prst="line">
            <a:avLst/>
          </a:prstGeom>
          <a:ln w="57150">
            <a:solidFill>
              <a:srgbClr val="01CE7D"/>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681913" y="3105097"/>
            <a:ext cx="1611339" cy="707886"/>
          </a:xfrm>
          <a:prstGeom prst="rect">
            <a:avLst/>
          </a:prstGeom>
          <a:noFill/>
        </p:spPr>
        <p:txBody>
          <a:bodyPr wrap="none" rtlCol="0">
            <a:spAutoFit/>
          </a:bodyPr>
          <a:lstStyle/>
          <a:p>
            <a:r>
              <a:rPr lang="en-US" sz="4000" dirty="0">
                <a:latin typeface="Arial" panose="020B0604020202020204" pitchFamily="34" charset="0"/>
                <a:cs typeface="Arial" panose="020B0604020202020204" pitchFamily="34" charset="0"/>
              </a:rPr>
              <a:t>Ideate</a:t>
            </a:r>
          </a:p>
        </p:txBody>
      </p:sp>
      <p:sp>
        <p:nvSpPr>
          <p:cNvPr id="12" name="TextBox 11">
            <a:extLst>
              <a:ext uri="{FF2B5EF4-FFF2-40B4-BE49-F238E27FC236}">
                <a16:creationId xmlns:a16="http://schemas.microsoft.com/office/drawing/2014/main" id="{4EDF0740-C5D4-4A3C-AAF2-E8D6823DBE9E}"/>
              </a:ext>
            </a:extLst>
          </p:cNvPr>
          <p:cNvSpPr txBox="1"/>
          <p:nvPr/>
        </p:nvSpPr>
        <p:spPr>
          <a:xfrm>
            <a:off x="4516044" y="4494733"/>
            <a:ext cx="2544286" cy="1200329"/>
          </a:xfrm>
          <a:prstGeom prst="rect">
            <a:avLst/>
          </a:prstGeom>
          <a:noFill/>
        </p:spPr>
        <p:txBody>
          <a:bodyPr wrap="none" rtlCol="0">
            <a:spAutoFit/>
          </a:bodyPr>
          <a:lstStyle/>
          <a:p>
            <a:r>
              <a:rPr lang="en-US" sz="7200" i="1" dirty="0">
                <a:solidFill>
                  <a:srgbClr val="01CE7D"/>
                </a:solidFill>
                <a:latin typeface="Arial" panose="020B0604020202020204" pitchFamily="34" charset="0"/>
                <a:cs typeface="Arial" panose="020B0604020202020204" pitchFamily="34" charset="0"/>
              </a:rPr>
              <a:t>Learn</a:t>
            </a:r>
            <a:endParaRPr lang="en-US" sz="4800" i="1" dirty="0">
              <a:solidFill>
                <a:srgbClr val="01CE7D"/>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122881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OpportunityCost.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3449890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20-09-03 at 20.38.29.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0590" y="1223319"/>
            <a:ext cx="11510819" cy="4008743"/>
          </a:xfrm>
          <a:prstGeom prst="rect">
            <a:avLst/>
          </a:prstGeom>
        </p:spPr>
      </p:pic>
    </p:spTree>
    <p:extLst>
      <p:ext uri="{BB962C8B-B14F-4D97-AF65-F5344CB8AC3E}">
        <p14:creationId xmlns:p14="http://schemas.microsoft.com/office/powerpoint/2010/main" val="20288522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76A1A4E-BC8E-46C6-A1F0-9E31848AD46A}"/>
              </a:ext>
            </a:extLst>
          </p:cNvPr>
          <p:cNvSpPr txBox="1"/>
          <p:nvPr/>
        </p:nvSpPr>
        <p:spPr>
          <a:xfrm>
            <a:off x="983392" y="914400"/>
            <a:ext cx="10472351" cy="4524315"/>
          </a:xfrm>
          <a:prstGeom prst="rect">
            <a:avLst/>
          </a:prstGeom>
          <a:noFill/>
        </p:spPr>
        <p:txBody>
          <a:bodyPr wrap="square">
            <a:spAutoFit/>
          </a:bodyPr>
          <a:lstStyle/>
          <a:p>
            <a:pPr algn="ctr"/>
            <a:r>
              <a:rPr lang="en-US" sz="7200" dirty="0"/>
              <a:t>Gambit is an opening with </a:t>
            </a:r>
            <a:r>
              <a:rPr lang="en-US" sz="7200" dirty="0">
                <a:solidFill>
                  <a:srgbClr val="FD671B"/>
                </a:solidFill>
              </a:rPr>
              <a:t>an appearance of sacrifice</a:t>
            </a:r>
            <a:r>
              <a:rPr lang="en-US" sz="7200" dirty="0"/>
              <a:t>. What is your opening and what is your </a:t>
            </a:r>
            <a:r>
              <a:rPr lang="en-US" sz="7200" dirty="0">
                <a:solidFill>
                  <a:srgbClr val="01CE7D"/>
                </a:solidFill>
              </a:rPr>
              <a:t>end game</a:t>
            </a:r>
            <a:r>
              <a:rPr lang="en-US" sz="7200" dirty="0"/>
              <a:t>?</a:t>
            </a:r>
          </a:p>
        </p:txBody>
      </p:sp>
    </p:spTree>
    <p:extLst>
      <p:ext uri="{BB962C8B-B14F-4D97-AF65-F5344CB8AC3E}">
        <p14:creationId xmlns:p14="http://schemas.microsoft.com/office/powerpoint/2010/main" val="14494340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735464-AF9D-1740-921B-90EFB9FC94C5}"/>
              </a:ext>
            </a:extLst>
          </p:cNvPr>
          <p:cNvPicPr>
            <a:picLocks noChangeAspect="1"/>
          </p:cNvPicPr>
          <p:nvPr/>
        </p:nvPicPr>
        <p:blipFill>
          <a:blip r:embed="rId2"/>
          <a:stretch>
            <a:fillRect/>
          </a:stretch>
        </p:blipFill>
        <p:spPr>
          <a:xfrm>
            <a:off x="0" y="0"/>
            <a:ext cx="12192000" cy="6858000"/>
          </a:xfrm>
          <a:prstGeom prst="rect">
            <a:avLst/>
          </a:prstGeom>
        </p:spPr>
      </p:pic>
      <p:pic>
        <p:nvPicPr>
          <p:cNvPr id="4" name="Picture 3">
            <a:extLst>
              <a:ext uri="{FF2B5EF4-FFF2-40B4-BE49-F238E27FC236}">
                <a16:creationId xmlns:a16="http://schemas.microsoft.com/office/drawing/2014/main" id="{EE14EB66-9E36-1144-893E-228EB2787DCA}"/>
              </a:ext>
            </a:extLst>
          </p:cNvPr>
          <p:cNvPicPr>
            <a:picLocks noChangeAspect="1"/>
          </p:cNvPicPr>
          <p:nvPr/>
        </p:nvPicPr>
        <p:blipFill>
          <a:blip r:embed="rId3"/>
          <a:stretch>
            <a:fillRect/>
          </a:stretch>
        </p:blipFill>
        <p:spPr>
          <a:xfrm>
            <a:off x="1168400" y="5597843"/>
            <a:ext cx="2527300" cy="533400"/>
          </a:xfrm>
          <a:prstGeom prst="rect">
            <a:avLst/>
          </a:prstGeom>
        </p:spPr>
      </p:pic>
      <p:pic>
        <p:nvPicPr>
          <p:cNvPr id="5" name="Picture 4">
            <a:extLst>
              <a:ext uri="{FF2B5EF4-FFF2-40B4-BE49-F238E27FC236}">
                <a16:creationId xmlns:a16="http://schemas.microsoft.com/office/drawing/2014/main" id="{8A1507EF-CD2A-F549-9B79-5E28E8F7491D}"/>
              </a:ext>
            </a:extLst>
          </p:cNvPr>
          <p:cNvPicPr>
            <a:picLocks noChangeAspect="1"/>
          </p:cNvPicPr>
          <p:nvPr/>
        </p:nvPicPr>
        <p:blipFill>
          <a:blip r:embed="rId4"/>
          <a:stretch>
            <a:fillRect/>
          </a:stretch>
        </p:blipFill>
        <p:spPr>
          <a:xfrm>
            <a:off x="1168400" y="2161540"/>
            <a:ext cx="2616200" cy="381000"/>
          </a:xfrm>
          <a:prstGeom prst="rect">
            <a:avLst/>
          </a:prstGeom>
        </p:spPr>
      </p:pic>
      <p:sp>
        <p:nvSpPr>
          <p:cNvPr id="6" name="Rectangle 5">
            <a:extLst>
              <a:ext uri="{FF2B5EF4-FFF2-40B4-BE49-F238E27FC236}">
                <a16:creationId xmlns:a16="http://schemas.microsoft.com/office/drawing/2014/main" id="{F4A816B8-8AE0-9F4F-9286-4CAB7FEA449F}"/>
              </a:ext>
            </a:extLst>
          </p:cNvPr>
          <p:cNvSpPr/>
          <p:nvPr/>
        </p:nvSpPr>
        <p:spPr>
          <a:xfrm>
            <a:off x="1168400" y="3392131"/>
            <a:ext cx="6096000" cy="1154675"/>
          </a:xfrm>
          <a:prstGeom prst="rect">
            <a:avLst/>
          </a:prstGeom>
        </p:spPr>
        <p:txBody>
          <a:bodyPr>
            <a:spAutoFit/>
          </a:bodyPr>
          <a:lstStyle/>
          <a:p>
            <a:pPr>
              <a:lnSpc>
                <a:spcPct val="150000"/>
              </a:lnSpc>
            </a:pPr>
            <a:r>
              <a:rPr lang="en-US" sz="1600" dirty="0">
                <a:solidFill>
                  <a:srgbClr val="FF671D"/>
                </a:solidFill>
                <a:latin typeface="Arial" panose="020B0604020202020204" pitchFamily="34" charset="0"/>
                <a:cs typeface="Arial" panose="020B0604020202020204" pitchFamily="34" charset="0"/>
              </a:rPr>
              <a:t>LinkedIn. </a:t>
            </a:r>
            <a:r>
              <a:rPr lang="en-US" sz="1600" dirty="0">
                <a:solidFill>
                  <a:srgbClr val="01CE7D"/>
                </a:solidFill>
                <a:latin typeface="Arial" panose="020B0604020202020204" pitchFamily="34" charset="0"/>
                <a:cs typeface="Arial" panose="020B0604020202020204" pitchFamily="34" charset="0"/>
              </a:rPr>
              <a:t>https://www.linkedin.com/in/maaret/</a:t>
            </a:r>
            <a:br>
              <a:rPr lang="en-US" sz="1600" dirty="0">
                <a:solidFill>
                  <a:srgbClr val="01CE7D"/>
                </a:solidFill>
                <a:latin typeface="Arial" panose="020B0604020202020204" pitchFamily="34" charset="0"/>
                <a:cs typeface="Arial" panose="020B0604020202020204" pitchFamily="34" charset="0"/>
              </a:rPr>
            </a:br>
            <a:r>
              <a:rPr lang="en-US" sz="1600" dirty="0">
                <a:solidFill>
                  <a:srgbClr val="FF671D"/>
                </a:solidFill>
                <a:latin typeface="Arial" panose="020B0604020202020204" pitchFamily="34" charset="0"/>
                <a:cs typeface="Arial" panose="020B0604020202020204" pitchFamily="34" charset="0"/>
              </a:rPr>
              <a:t>Twitter.     </a:t>
            </a:r>
            <a:r>
              <a:rPr lang="en-US" sz="1600" dirty="0">
                <a:solidFill>
                  <a:srgbClr val="00CE7D"/>
                </a:solidFill>
                <a:latin typeface="Arial" panose="020B0604020202020204" pitchFamily="34" charset="0"/>
                <a:cs typeface="Arial" panose="020B0604020202020204" pitchFamily="34" charset="0"/>
              </a:rPr>
              <a:t>@maaretp</a:t>
            </a:r>
          </a:p>
          <a:p>
            <a:pPr>
              <a:lnSpc>
                <a:spcPct val="150000"/>
              </a:lnSpc>
            </a:pPr>
            <a:r>
              <a:rPr lang="en-US" sz="1600" dirty="0">
                <a:solidFill>
                  <a:srgbClr val="FF671D"/>
                </a:solidFill>
                <a:latin typeface="Arial" panose="020B0604020202020204" pitchFamily="34" charset="0"/>
                <a:cs typeface="Arial" panose="020B0604020202020204" pitchFamily="34" charset="0"/>
              </a:rPr>
              <a:t>Email.       </a:t>
            </a:r>
            <a:r>
              <a:rPr lang="en-US" sz="1600" dirty="0">
                <a:solidFill>
                  <a:srgbClr val="00CE7D"/>
                </a:solidFill>
                <a:latin typeface="Arial" panose="020B0604020202020204" pitchFamily="34" charset="0"/>
                <a:cs typeface="Arial" panose="020B0604020202020204" pitchFamily="34" charset="0"/>
              </a:rPr>
              <a:t>maaret@iki.fi</a:t>
            </a:r>
          </a:p>
        </p:txBody>
      </p:sp>
    </p:spTree>
    <p:extLst>
      <p:ext uri="{BB962C8B-B14F-4D97-AF65-F5344CB8AC3E}">
        <p14:creationId xmlns:p14="http://schemas.microsoft.com/office/powerpoint/2010/main" val="17509828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324</TotalTime>
  <Words>780</Words>
  <Application>Microsoft Office PowerPoint</Application>
  <PresentationFormat>Widescreen</PresentationFormat>
  <Paragraphs>123</Paragraphs>
  <Slides>30</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KG No Matter What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Traditional Exploratory Testing Artifacts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Maaret</cp:lastModifiedBy>
  <cp:revision>8</cp:revision>
  <dcterms:created xsi:type="dcterms:W3CDTF">2021-05-26T07:50:26Z</dcterms:created>
  <dcterms:modified xsi:type="dcterms:W3CDTF">2021-09-06T16:47:00Z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6c791fc-dee7-453e-a285-84b1a1512c81_Enabled">
    <vt:lpwstr>true</vt:lpwstr>
  </property>
  <property fmtid="{D5CDD505-2E9C-101B-9397-08002B2CF9AE}" pid="3" name="MSIP_Label_f6c791fc-dee7-453e-a285-84b1a1512c81_SetDate">
    <vt:lpwstr>2021-09-02T17:33:28Z</vt:lpwstr>
  </property>
  <property fmtid="{D5CDD505-2E9C-101B-9397-08002B2CF9AE}" pid="4" name="MSIP_Label_f6c791fc-dee7-453e-a285-84b1a1512c81_Method">
    <vt:lpwstr>Standard</vt:lpwstr>
  </property>
  <property fmtid="{D5CDD505-2E9C-101B-9397-08002B2CF9AE}" pid="5" name="MSIP_Label_f6c791fc-dee7-453e-a285-84b1a1512c81_Name">
    <vt:lpwstr>f6c791fc-dee7-453e-a285-84b1a1512c81</vt:lpwstr>
  </property>
  <property fmtid="{D5CDD505-2E9C-101B-9397-08002B2CF9AE}" pid="6" name="MSIP_Label_f6c791fc-dee7-453e-a285-84b1a1512c81_SiteId">
    <vt:lpwstr>6d7393e0-41f5-4c2e-9b12-4c2be5da5c57</vt:lpwstr>
  </property>
  <property fmtid="{D5CDD505-2E9C-101B-9397-08002B2CF9AE}" pid="7" name="MSIP_Label_f6c791fc-dee7-453e-a285-84b1a1512c81_ActionId">
    <vt:lpwstr>98a5fc55-7aaf-4226-8aaa-b62edeba1966</vt:lpwstr>
  </property>
  <property fmtid="{D5CDD505-2E9C-101B-9397-08002B2CF9AE}" pid="8" name="MSIP_Label_f6c791fc-dee7-453e-a285-84b1a1512c81_ContentBits">
    <vt:lpwstr>2</vt:lpwstr>
  </property>
</Properties>
</file>